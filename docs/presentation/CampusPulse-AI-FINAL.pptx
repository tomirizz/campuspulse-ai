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c33ba476324b36" /><Relationship Type="http://schemas.openxmlformats.org/officeDocument/2006/relationships/extended-properties" Target="/docProps/app.xml" Id="R30e47e89dfad4fd0" /><Relationship Type="http://schemas.openxmlformats.org/officeDocument/2006/relationships/officeDocument" Target="/ppt/presentation.xml" Id="R6e44822a2eba4ff9" /></Relationships>
</file>

<file path=ppt/presentation.xml><?xml version="1.0" encoding="utf-8"?>
<p:presentation xmlns:p="http://schemas.openxmlformats.org/presentationml/2006/main">
  <p:sldMasterIdLst>
    <p:sldMasterId xmlns:r="http://schemas.openxmlformats.org/officeDocument/2006/relationships" id="2147483648" r:id="Rde394f0202c44e46"/>
  </p:sldMasterIdLst>
  <p:notesMasterIdLst>
    <p:notesMasterId xmlns:r="http://schemas.openxmlformats.org/officeDocument/2006/relationships" r:id="R4c9bd887160141ce"/>
  </p:notesMasterIdLst>
  <p:sldIdLst>
    <p:sldId xmlns:r="http://schemas.openxmlformats.org/officeDocument/2006/relationships" id="256" r:id="R5b6cf79860f04e60"/>
    <p:sldId xmlns:r="http://schemas.openxmlformats.org/officeDocument/2006/relationships" id="257" r:id="R7770193dcb9e4ec2"/>
    <p:sldId xmlns:r="http://schemas.openxmlformats.org/officeDocument/2006/relationships" id="258" r:id="Rfbe02fa9d21e42e8"/>
    <p:sldId xmlns:r="http://schemas.openxmlformats.org/officeDocument/2006/relationships" id="259" r:id="R9e06b5e2cbd04e95"/>
    <p:sldId xmlns:r="http://schemas.openxmlformats.org/officeDocument/2006/relationships" id="260" r:id="Rbf796381134d4885"/>
    <p:sldId xmlns:r="http://schemas.openxmlformats.org/officeDocument/2006/relationships" id="261" r:id="Rbc9c47063c2c41a3"/>
    <p:sldId xmlns:r="http://schemas.openxmlformats.org/officeDocument/2006/relationships" id="262" r:id="R566e70a3b46d4806"/>
    <p:sldId xmlns:r="http://schemas.openxmlformats.org/officeDocument/2006/relationships" id="263" r:id="R87509719d61e4756"/>
    <p:sldId xmlns:r="http://schemas.openxmlformats.org/officeDocument/2006/relationships" id="264" r:id="Rd5aee10aa3b34b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3fd190f5914073" /><Relationship Type="http://schemas.openxmlformats.org/officeDocument/2006/relationships/slideMaster" Target="/ppt/slideMasters/slideMaster1.xml" Id="Rde394f0202c44e46" /><Relationship Type="http://schemas.openxmlformats.org/officeDocument/2006/relationships/notesMaster" Target="/ppt/notesMasters/notesMaster1.xml" Id="R4c9bd887160141ce" /><Relationship Type="http://schemas.openxmlformats.org/officeDocument/2006/relationships/presProps" Target="/ppt/presProps.xml" Id="Rb7535ff7c80246d4" /><Relationship Type="http://schemas.openxmlformats.org/officeDocument/2006/relationships/tableStyles" Target="/ppt/tableStyles.xml" Id="Ra66c984427914e9a" /><Relationship Type="http://schemas.openxmlformats.org/officeDocument/2006/relationships/slide" Target="/ppt/slides/slide1.xml" Id="R5b6cf79860f04e60" /><Relationship Type="http://schemas.openxmlformats.org/officeDocument/2006/relationships/slide" Target="/ppt/slides/slide2.xml" Id="R7770193dcb9e4ec2" /><Relationship Type="http://schemas.openxmlformats.org/officeDocument/2006/relationships/slide" Target="/ppt/slides/slide3.xml" Id="Rfbe02fa9d21e42e8" /><Relationship Type="http://schemas.openxmlformats.org/officeDocument/2006/relationships/slide" Target="/ppt/slides/slide4.xml" Id="R9e06b5e2cbd04e95" /><Relationship Type="http://schemas.openxmlformats.org/officeDocument/2006/relationships/slide" Target="/ppt/slides/slide5.xml" Id="Rbf796381134d4885" /><Relationship Type="http://schemas.openxmlformats.org/officeDocument/2006/relationships/slide" Target="/ppt/slides/slide6.xml" Id="Rbc9c47063c2c41a3" /><Relationship Type="http://schemas.openxmlformats.org/officeDocument/2006/relationships/slide" Target="/ppt/slides/slide7.xml" Id="R566e70a3b46d4806" /><Relationship Type="http://schemas.openxmlformats.org/officeDocument/2006/relationships/slide" Target="/ppt/slides/slide8.xml" Id="R87509719d61e4756" /><Relationship Type="http://schemas.openxmlformats.org/officeDocument/2006/relationships/slide" Target="/ppt/slides/slide9.xml" Id="Rd5aee10aa3b34b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294a6daeef41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49b32fb94d483d" /><Relationship Type="http://schemas.openxmlformats.org/officeDocument/2006/relationships/notesMaster" Target="/ppt/notesMasters/notesMaster1.xml" Id="Rc845bfa779cd48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2a77898eac4914" /><Relationship Type="http://schemas.openxmlformats.org/officeDocument/2006/relationships/notesMaster" Target="/ppt/notesMasters/notesMaster1.xml" Id="R885aae8ad1a945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f3746237834f0d" /><Relationship Type="http://schemas.openxmlformats.org/officeDocument/2006/relationships/notesMaster" Target="/ppt/notesMasters/notesMaster1.xml" Id="Reb49865b929d4a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8693ffedfc47b2" /><Relationship Type="http://schemas.openxmlformats.org/officeDocument/2006/relationships/notesMaster" Target="/ppt/notesMasters/notesMaster1.xml" Id="Rcc83717c010247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02cef55fee4788" /><Relationship Type="http://schemas.openxmlformats.org/officeDocument/2006/relationships/notesMaster" Target="/ppt/notesMasters/notesMaster1.xml" Id="Rc4e340ab0d8e47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5e931e2d9a4fea" /><Relationship Type="http://schemas.openxmlformats.org/officeDocument/2006/relationships/notesMaster" Target="/ppt/notesMasters/notesMaster1.xml" Id="R0f255b108dfc46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542074969b4502" /><Relationship Type="http://schemas.openxmlformats.org/officeDocument/2006/relationships/notesMaster" Target="/ppt/notesMasters/notesMaster1.xml" Id="Rdd4bb7625b994d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6b020859c34a7a" /><Relationship Type="http://schemas.openxmlformats.org/officeDocument/2006/relationships/notesMaster" Target="/ppt/notesMasters/notesMaster1.xml" Id="R6db4a000da5648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e43228ff9448f1" /><Relationship Type="http://schemas.openxmlformats.org/officeDocument/2006/relationships/notesMaster" Target="/ppt/notesMasters/notesMaster1.xml" Id="R8cda6e87df9745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CampusPulse AI помогает студенту понять достижимую итоговую оценку и выбрать следующий учебный шаг. Прототип использует реальный Google Gemini 3.1 Flash-Lite, custom Function Calling и отдельный MCP stdio-сервер. Пользовательский сценарий: загрузить силлабус и расписание, подтвердить распознанные данные, внести оценки, получить план и подготовиться по своим материалам. Источники: пользовательский кейс GDG Astana и исходный код campuspulse/.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Студент видит отдельные оценки, но не всегда понимает их итоговый вес. Предметы и дедлайны конкурируют за ограниченное время. Мы связываем данные с достижимой целью и ближайшим учебным блоком. Здесь нет выдуманной статистики или обещания гарантированно улучшить успеваемость.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слайде реальный интерфейс локального прототипа с явно помеченным удаляемым учебным примером. Снимок от 20 октября 2026 года показывает четыре предмета и следующий шаг. Актуальный импорт принимает текст силлабуса и расписания в одном окне, показывает схему до сохранения и предлагает добавить найденные предметы как черновики. Позже к черновику можно добавить силлабус. GPA учитывает кредиты, шкалу можно настроить. Источники: web/academic.js, academic_import.py, academic_drafts.py, academic.py. Названия из расписания не означают, что система уже знает их веса или кредиты.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Пример из страниц силлабуса High Performance Computing, которые предоставил пользователь. Внешняя формула 0.3 первой аттестации + 0.3 второй + 0.4 финального экзамена. Внутренние веса переводятся в итоговые 12, 18, 6, 6, 18, 40 процентов. Сумма 100. Импорт сохраняет подтверждаемую схему. Таблица редактируемая. Источники: присланные страницы силлабуса HPC, campuspulse/academic_import.py.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Демонстрационные оценки: 75/100 за Assignment 1 с весом 12 процентов и 80/100 за Midterm с весом 18 процентов. Получено 23.4 итогового балла на 30 процентах курса, средний 78 процентов. Максимум 93.4, цель 95 недостижима, следующая цель 90. Нужен средний 95.142857 процента на оставшемся весе. План по 96/100 на всех четырёх оставшихся работах даёт итог 90.6. Это один совместно выполнимый план с округлением вверх, а не единственный математический минимум. Вычисления выполняет точный код, не языковая модель. Источник: campuspulse/academic.py.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Студия знаний использует выбранные материалы предмета. Конспект и вопросы содержат цитаты с привязкой к источнику. Можно сохранить результат и скачать PDF, текст или другие форматы. На снимке экстрактивный учебный пример. Дополнительно 20 октября 2026 года проверен реальный Gemini-конспект на синтетическом материале: одна секция, три вопроса и сохранённые цитаты. Есть честно обозначенный локальный запасной режим. Источники: campuspulse/notebooks.py, notebook_ai.py, notebook_api.py. Цитаты помогают проверять ответ, но не дают гарантии отсутствия смысловых ошибок. За реальные выполненные задания начисляется опыт. Опыт не заменяет оценку знаний.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Планировщик учитывает риск оценки, ближайшие дедлайны, сложность и кредиты. Занятия и занятые интервалы исключаются из подготовки. Блоки имеют перерывы. По умолчанию студенту не нужно подробно настраивать рабочий день, но доступные часы можно изменить. Локальный календарь поддерживает события, повторяющиеся занятия и ICS-экспорт. На изображении реальный демонстрационный календарь. В публичном демо прямой Google Calendar OAuth отключён, локальный календарь работает. Источники: academic_planner.py, calendar_api.py, web/calendar_studio.js.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Проверенный живой запрос к HTTPS-демо вернул режим gemini и модель gemini-3.1-flash-lite. В trace есть успешный current_time через отдельный MCP stdio-сервер и study_progress через Function Calling. Модель получает результат инструмента и выбирает следующий шаг. До 8 итераций и 12 вызовов. Интерфейс показывает вызовы и результаты, а не скрытую цепочку рассуждений. ToolHub проверяет аргументы. Формулы оценок и планирование исполняет код. Другие доступные custom tools включают academic_overview, academic_plan, syllabus_weights. Источники: agent.py, tools.py, mcp_server.py и выполненная внешняя проверка /api/chat от 20.10.2026.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Фактическая проверка: 459 автоматических тестов успешно пройдены 20.10.2026. Живой Gemini и MCP проверены отдельно от тестов. HTTPS-демо представляет собой временный Cloudflare Tunnel к изолированному локальному FastAPI, поэтому ноутбук и процессы должны оставаться включёнными. Это не независимый облачный хостинг. Следующий этап: Vertex AI Agent Engine и подключение Google Calendar OAuth для публичного адреса. Развёртывание в GCP не выполнено, требование кейса по Agent Engine пока не закрыто. В репозитории подготовлены scripts/deploy_agent.py и verify_cloud.py. Не утверждать на защите, что Agent Engine уже работает. Для живого показа: импорт, оценка, цель, план, конспект, журнал инструментов.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e8e3e1525243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59684cb3a740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efe62a340549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e612ffe40842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685de0944d345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0616bb43ac42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C0FE9E-2222-4438-88C7-CFA0A1CBD74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61A8DC-9C9C-4A59-BE0F-A5758E805A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1E6D1C-F7DF-46D1-9B24-722F5D32110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390982-CE16-447B-99E1-B41ADA8042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6BD7FE-D95C-4EB4-A8F9-5B142C78F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763670-BC2C-470C-ADD4-FDC59554C2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7A03D7-E721-40B9-92F9-3BEBA57C0C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46D5604-2CD9-41BC-8762-D8C8A7CB96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E65989-2B9B-4E19-88E8-1C196E0A69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719BF8-965E-41CF-AE33-E44452557A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44dbded62245cc" /><Relationship Type="http://schemas.openxmlformats.org/officeDocument/2006/relationships/slideLayout" Target="/ppt/slideLayouts/slideLayout1.xml" Id="R4ee7ad41e0574f71" /><Relationship Type="http://schemas.openxmlformats.org/officeDocument/2006/relationships/slideLayout" Target="/ppt/slideLayouts/slideLayout2.xml" Id="Rdcb92dcc0b7d4766" /><Relationship Type="http://schemas.openxmlformats.org/officeDocument/2006/relationships/slideLayout" Target="/ppt/slideLayouts/slideLayout3.xml" Id="R4408e75817904453" /><Relationship Type="http://schemas.openxmlformats.org/officeDocument/2006/relationships/slideLayout" Target="/ppt/slideLayouts/slideLayout4.xml" Id="Rf808c7c38eeb44e3" /><Relationship Type="http://schemas.openxmlformats.org/officeDocument/2006/relationships/slideLayout" Target="/ppt/slideLayouts/slideLayout5.xml" Id="R25933bc8e17e457f" /><Relationship Type="http://schemas.openxmlformats.org/officeDocument/2006/relationships/slideLayout" Target="/ppt/slideLayouts/slideLayout6.xml" Id="R24af5b01896f4d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e7ad41e0574f71"/>
    <p:sldLayoutId xmlns:r="http://schemas.openxmlformats.org/officeDocument/2006/relationships" id="2147483650" r:id="Rdcb92dcc0b7d4766"/>
    <p:sldLayoutId xmlns:r="http://schemas.openxmlformats.org/officeDocument/2006/relationships" id="2147483651" r:id="R4408e75817904453"/>
    <p:sldLayoutId xmlns:r="http://schemas.openxmlformats.org/officeDocument/2006/relationships" id="2147483652" r:id="Rf808c7c38eeb44e3"/>
    <p:sldLayoutId xmlns:r="http://schemas.openxmlformats.org/officeDocument/2006/relationships" id="2147483653" r:id="R25933bc8e17e457f"/>
    <p:sldLayoutId xmlns:r="http://schemas.openxmlformats.org/officeDocument/2006/relationships" id="2147483654" r:id="R24af5b01896f4d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46b7abe20442bb" /><Relationship Type="http://schemas.openxmlformats.org/officeDocument/2006/relationships/notesSlide" Target="/ppt/notesSlides/notesSlide1.xml" Id="Rc4519ea9f77c48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af62d0d84741c1" /><Relationship Type="http://schemas.openxmlformats.org/officeDocument/2006/relationships/notesSlide" Target="/ppt/notesSlides/notesSlide2.xml" Id="R6a26ef417e1048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2f49a291084302" /><Relationship Type="http://schemas.openxmlformats.org/officeDocument/2006/relationships/image" Target="/ppt/media/image.png" Id="R71165c3d820f47db" /><Relationship Type="http://schemas.openxmlformats.org/officeDocument/2006/relationships/notesSlide" Target="/ppt/notesSlides/notesSlide3.xml" Id="Rbe21681ab3d24b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0ff8189c14451f" /><Relationship Type="http://schemas.openxmlformats.org/officeDocument/2006/relationships/notesSlide" Target="/ppt/notesSlides/notesSlide4.xml" Id="R8359a066439c47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53464f2122d41c8" /><Relationship Type="http://schemas.openxmlformats.org/officeDocument/2006/relationships/notesSlide" Target="/ppt/notesSlides/notesSlide5.xml" Id="R26d0894b7c8940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5b1b3c2c96d4fd7" /><Relationship Type="http://schemas.openxmlformats.org/officeDocument/2006/relationships/image" Target="/ppt/media/image2.png" Id="R8b0f87046e8c4928" /><Relationship Type="http://schemas.openxmlformats.org/officeDocument/2006/relationships/notesSlide" Target="/ppt/notesSlides/notesSlide6.xml" Id="R579c8f83e1114b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9c8521d7e5a42e6" /><Relationship Type="http://schemas.openxmlformats.org/officeDocument/2006/relationships/image" Target="/ppt/media/image3.png" Id="R8e11fc49249844d6" /><Relationship Type="http://schemas.openxmlformats.org/officeDocument/2006/relationships/notesSlide" Target="/ppt/notesSlides/notesSlide7.xml" Id="R9f7c28ad3d7b48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24e0bd27b124a76" /><Relationship Type="http://schemas.openxmlformats.org/officeDocument/2006/relationships/notesSlide" Target="/ppt/notesSlides/notesSlide8.xml" Id="R11e113edfe9442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f1a8ed57b734d67" /><Relationship Type="http://schemas.openxmlformats.org/officeDocument/2006/relationships/notesSlide" Target="/ppt/notesSlides/notesSlide9.xml" Id="Ra1118eb31f9149e9" /></Relationships>
</file>

<file path=ppt/slides/slide1.xml><?xml version="1.0" encoding="utf-8"?>
<p:sld xmlns:p="http://schemas.openxmlformats.org/presentationml/2006/main">
  <p:cSld>
    <p:bg>
      <p:bgPr>
        <a:solidFill xmlns:a="http://schemas.openxmlformats.org/drawingml/2006/main">
          <a:srgbClr val="6746BB"/>
        </a:solidFill>
      </p:bgPr>
    </p:bg>
    <p:spTree>
      <p:nvGrpSpPr>
        <p:cNvPr id="1" name=""/>
        <p:cNvGrpSpPr/>
        <p:nvPr/>
      </p:nvGrpSpPr>
      <p:grpSpPr>
        <a:xfrm xmlns:a="http://schemas.openxmlformats.org/drawingml/2006/main"/>
      </p:grpSpPr>
      <p:sp>
        <p:nvSpPr>
          <p:cNvPr id="5" name="01">
            <a:extLst xmlns:a="http://schemas.openxmlformats.org/drawingml/2006/main">
              <a:ext uri="{FF2B5EF4-FFF2-40B4-BE49-F238E27FC236}">
                <a16:creationId xmlns:a16="http://schemas.microsoft.com/office/drawing/2014/main" id="{A5C275B1-623B-44C7-864F-BE04E2B0642C}"/>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D8C9F1"/>
                </a:solidFill>
                <a:latin typeface="Arial"/>
                <a:ea typeface="Arial"/>
                <a:cs typeface="Arial"/>
              </a:defRPr>
            </a:defPPr>
            <a:lvl1pPr algn="r">
              <a:buNone/>
              <a:defRPr sz="1275" b="0">
                <a:solidFill>
                  <a:srgbClr val="D8C9F1"/>
                </a:solidFill>
                <a:latin typeface="Arial"/>
                <a:ea typeface="Arial"/>
                <a:cs typeface="Arial"/>
              </a:defRPr>
            </a:lvl1pPr>
            <a:lvl2pPr algn="r">
              <a:buNone/>
              <a:defRPr sz="1275" b="0">
                <a:solidFill>
                  <a:srgbClr val="D8C9F1"/>
                </a:solidFill>
                <a:latin typeface="Arial"/>
                <a:ea typeface="Arial"/>
                <a:cs typeface="Arial"/>
              </a:defRPr>
            </a:lvl2pPr>
            <a:lvl3pPr algn="r">
              <a:buNone/>
              <a:defRPr sz="1275" b="0">
                <a:solidFill>
                  <a:srgbClr val="D8C9F1"/>
                </a:solidFill>
                <a:latin typeface="Arial"/>
                <a:ea typeface="Arial"/>
                <a:cs typeface="Arial"/>
              </a:defRPr>
            </a:lvl3pPr>
            <a:lvl4pPr algn="r">
              <a:buNone/>
              <a:defRPr sz="1275" b="0">
                <a:solidFill>
                  <a:srgbClr val="D8C9F1"/>
                </a:solidFill>
                <a:latin typeface="Arial"/>
                <a:ea typeface="Arial"/>
                <a:cs typeface="Arial"/>
              </a:defRPr>
            </a:lvl4pPr>
            <a:lvl5pPr algn="r">
              <a:buNone/>
              <a:defRPr sz="1275" b="0">
                <a:solidFill>
                  <a:srgbClr val="D8C9F1"/>
                </a:solidFill>
                <a:latin typeface="Arial"/>
                <a:ea typeface="Arial"/>
                <a:cs typeface="Arial"/>
              </a:defRPr>
            </a:lvl5pPr>
            <a:lvl6pPr algn="r">
              <a:buNone/>
              <a:defRPr sz="1275" b="0">
                <a:solidFill>
                  <a:srgbClr val="D8C9F1"/>
                </a:solidFill>
                <a:latin typeface="Arial"/>
                <a:ea typeface="Arial"/>
                <a:cs typeface="Arial"/>
              </a:defRPr>
            </a:lvl6pPr>
            <a:lvl7pPr algn="r">
              <a:buNone/>
              <a:defRPr sz="1275" b="0">
                <a:solidFill>
                  <a:srgbClr val="D8C9F1"/>
                </a:solidFill>
                <a:latin typeface="Arial"/>
                <a:ea typeface="Arial"/>
                <a:cs typeface="Arial"/>
              </a:defRPr>
            </a:lvl7pPr>
            <a:lvl8pPr algn="r">
              <a:buNone/>
              <a:defRPr sz="1275" b="0">
                <a:solidFill>
                  <a:srgbClr val="D8C9F1"/>
                </a:solidFill>
                <a:latin typeface="Arial"/>
                <a:ea typeface="Arial"/>
                <a:cs typeface="Arial"/>
              </a:defRPr>
            </a:lvl8pPr>
            <a:lvl9pPr algn="r">
              <a:buNone/>
              <a:defRPr sz="1275" b="0">
                <a:solidFill>
                  <a:srgbClr val="D8C9F1"/>
                </a:solidFill>
                <a:latin typeface="Arial"/>
                <a:ea typeface="Arial"/>
                <a:cs typeface="Arial"/>
              </a:defRPr>
            </a:lvl9pPr>
          </a:lstStyle>
          <a:p xmlns:a="http://schemas.openxmlformats.org/drawingml/2006/main">
            <a:pPr algn="r">
              <a:buNone/>
              <a:defRPr sz="1275" b="0">
                <a:solidFill>
                  <a:srgbClr val="D8C9F1"/>
                </a:solidFill>
                <a:latin typeface="Arial"/>
                <a:ea typeface="Arial"/>
                <a:cs typeface="Arial"/>
              </a:defRPr>
            </a:pPr>
            <a:r>
              <a:rPr sz="1275" b="0">
                <a:solidFill>
                  <a:srgbClr val="D8C9F1"/>
                </a:solidFill>
                <a:latin typeface="Arial"/>
                <a:ea typeface="Arial"/>
                <a:cs typeface="Arial"/>
              </a:rPr>
              <a:t>01</a:t>
            </a:r>
          </a:p>
        </p:txBody>
      </p:sp>
      <p:sp>
        <p:nvSpPr>
          <p:cNvPr id="2" name="CampusPulse AI">
            <a:extLst xmlns:a="http://schemas.openxmlformats.org/drawingml/2006/main">
              <a:ext uri="{FF2B5EF4-FFF2-40B4-BE49-F238E27FC236}">
                <a16:creationId xmlns:a16="http://schemas.microsoft.com/office/drawing/2014/main" id="{E1A50F78-1710-4C3A-A0BA-D38F6CF82478}"/>
              </a:ext>
            </a:extLst>
          </p:cNvPr>
          <p:cNvSpPr>
            <a:spLocks xmlns:a="http://schemas.openxmlformats.org/drawingml/2006/main" noGrp="1"/>
          </p:cNvSpPr>
          <p:nvPr/>
        </p:nvSpPr>
        <p:spPr>
          <a:xfrm xmlns:a="http://schemas.openxmlformats.org/drawingml/2006/main">
            <a:off x="685800" y="176212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1">
                <a:solidFill>
                  <a:srgbClr val="FFFFFF"/>
                </a:solidFill>
                <a:latin typeface="Arial"/>
                <a:ea typeface="Arial"/>
                <a:cs typeface="Arial"/>
              </a:defRPr>
            </a:defPPr>
            <a:lvl1pPr>
              <a:buNone/>
              <a:defRPr sz="6600" b="1">
                <a:solidFill>
                  <a:srgbClr val="FFFFFF"/>
                </a:solidFill>
                <a:latin typeface="Arial"/>
                <a:ea typeface="Arial"/>
                <a:cs typeface="Arial"/>
              </a:defRPr>
            </a:lvl1pPr>
            <a:lvl2pPr>
              <a:buNone/>
              <a:defRPr sz="6600" b="1">
                <a:solidFill>
                  <a:srgbClr val="FFFFFF"/>
                </a:solidFill>
                <a:latin typeface="Arial"/>
                <a:ea typeface="Arial"/>
                <a:cs typeface="Arial"/>
              </a:defRPr>
            </a:lvl2pPr>
            <a:lvl3pPr>
              <a:buNone/>
              <a:defRPr sz="6600" b="1">
                <a:solidFill>
                  <a:srgbClr val="FFFFFF"/>
                </a:solidFill>
                <a:latin typeface="Arial"/>
                <a:ea typeface="Arial"/>
                <a:cs typeface="Arial"/>
              </a:defRPr>
            </a:lvl3pPr>
            <a:lvl4pPr>
              <a:buNone/>
              <a:defRPr sz="6600" b="1">
                <a:solidFill>
                  <a:srgbClr val="FFFFFF"/>
                </a:solidFill>
                <a:latin typeface="Arial"/>
                <a:ea typeface="Arial"/>
                <a:cs typeface="Arial"/>
              </a:defRPr>
            </a:lvl4pPr>
            <a:lvl5pPr>
              <a:buNone/>
              <a:defRPr sz="6600" b="1">
                <a:solidFill>
                  <a:srgbClr val="FFFFFF"/>
                </a:solidFill>
                <a:latin typeface="Arial"/>
                <a:ea typeface="Arial"/>
                <a:cs typeface="Arial"/>
              </a:defRPr>
            </a:lvl5pPr>
            <a:lvl6pPr>
              <a:buNone/>
              <a:defRPr sz="6600" b="1">
                <a:solidFill>
                  <a:srgbClr val="FFFFFF"/>
                </a:solidFill>
                <a:latin typeface="Arial"/>
                <a:ea typeface="Arial"/>
                <a:cs typeface="Arial"/>
              </a:defRPr>
            </a:lvl6pPr>
            <a:lvl7pPr>
              <a:buNone/>
              <a:defRPr sz="6600" b="1">
                <a:solidFill>
                  <a:srgbClr val="FFFFFF"/>
                </a:solidFill>
                <a:latin typeface="Arial"/>
                <a:ea typeface="Arial"/>
                <a:cs typeface="Arial"/>
              </a:defRPr>
            </a:lvl7pPr>
            <a:lvl8pPr>
              <a:buNone/>
              <a:defRPr sz="6600" b="1">
                <a:solidFill>
                  <a:srgbClr val="FFFFFF"/>
                </a:solidFill>
                <a:latin typeface="Arial"/>
                <a:ea typeface="Arial"/>
                <a:cs typeface="Arial"/>
              </a:defRPr>
            </a:lvl8pPr>
            <a:lvl9pPr>
              <a:buNone/>
              <a:defRPr sz="6600" b="1">
                <a:solidFill>
                  <a:srgbClr val="FFFFFF"/>
                </a:solidFill>
                <a:latin typeface="Arial"/>
                <a:ea typeface="Arial"/>
                <a:cs typeface="Arial"/>
              </a:defRPr>
            </a:lvl9pPr>
          </a:lstStyle>
          <a:p xmlns:a="http://schemas.openxmlformats.org/drawingml/2006/main">
            <a:pPr>
              <a:buNone/>
              <a:defRPr sz="6600" b="1">
                <a:solidFill>
                  <a:srgbClr val="FFFFFF"/>
                </a:solidFill>
                <a:latin typeface="Arial"/>
                <a:ea typeface="Arial"/>
                <a:cs typeface="Arial"/>
              </a:defRPr>
            </a:pPr>
            <a:r>
              <a:rPr sz="6600" b="1">
                <a:solidFill>
                  <a:srgbClr val="FFFFFF"/>
                </a:solidFill>
                <a:latin typeface="Arial"/>
                <a:ea typeface="Arial"/>
                <a:cs typeface="Arial"/>
              </a:rPr>
              <a:t>CampusPulse AI</a:t>
            </a:r>
          </a:p>
        </p:txBody>
      </p:sp>
      <p:sp>
        <p:nvSpPr>
          <p:cNvPr id="3" name="План подготовки на основе&#10;силлабуса и текущих">
            <a:extLst xmlns:a="http://schemas.openxmlformats.org/drawingml/2006/main">
              <a:ext uri="{FF2B5EF4-FFF2-40B4-BE49-F238E27FC236}">
                <a16:creationId xmlns:a16="http://schemas.microsoft.com/office/drawing/2014/main" id="{6E06D5EE-DF1D-41BC-96F7-3FEC07601693}"/>
              </a:ext>
            </a:extLst>
          </p:cNvPr>
          <p:cNvSpPr>
            <a:spLocks xmlns:a="http://schemas.openxmlformats.org/drawingml/2006/main" noGrp="1"/>
          </p:cNvSpPr>
          <p:nvPr/>
        </p:nvSpPr>
        <p:spPr>
          <a:xfrm xmlns:a="http://schemas.openxmlformats.org/drawingml/2006/main">
            <a:off x="723900" y="3095625"/>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EEE6FA"/>
                </a:solidFill>
                <a:latin typeface="Arial"/>
                <a:ea typeface="Arial"/>
                <a:cs typeface="Arial"/>
              </a:defRPr>
            </a:defPPr>
            <a:lvl1pPr>
              <a:buNone/>
              <a:defRPr sz="3150" b="0">
                <a:solidFill>
                  <a:srgbClr val="EEE6FA"/>
                </a:solidFill>
                <a:latin typeface="Arial"/>
                <a:ea typeface="Arial"/>
                <a:cs typeface="Arial"/>
              </a:defRPr>
            </a:lvl1pPr>
            <a:lvl2pPr>
              <a:buNone/>
              <a:defRPr sz="3150" b="0">
                <a:solidFill>
                  <a:srgbClr val="EEE6FA"/>
                </a:solidFill>
                <a:latin typeface="Arial"/>
                <a:ea typeface="Arial"/>
                <a:cs typeface="Arial"/>
              </a:defRPr>
            </a:lvl2pPr>
            <a:lvl3pPr>
              <a:buNone/>
              <a:defRPr sz="3150" b="0">
                <a:solidFill>
                  <a:srgbClr val="EEE6FA"/>
                </a:solidFill>
                <a:latin typeface="Arial"/>
                <a:ea typeface="Arial"/>
                <a:cs typeface="Arial"/>
              </a:defRPr>
            </a:lvl3pPr>
            <a:lvl4pPr>
              <a:buNone/>
              <a:defRPr sz="3150" b="0">
                <a:solidFill>
                  <a:srgbClr val="EEE6FA"/>
                </a:solidFill>
                <a:latin typeface="Arial"/>
                <a:ea typeface="Arial"/>
                <a:cs typeface="Arial"/>
              </a:defRPr>
            </a:lvl4pPr>
            <a:lvl5pPr>
              <a:buNone/>
              <a:defRPr sz="3150" b="0">
                <a:solidFill>
                  <a:srgbClr val="EEE6FA"/>
                </a:solidFill>
                <a:latin typeface="Arial"/>
                <a:ea typeface="Arial"/>
                <a:cs typeface="Arial"/>
              </a:defRPr>
            </a:lvl5pPr>
            <a:lvl6pPr>
              <a:buNone/>
              <a:defRPr sz="3150" b="0">
                <a:solidFill>
                  <a:srgbClr val="EEE6FA"/>
                </a:solidFill>
                <a:latin typeface="Arial"/>
                <a:ea typeface="Arial"/>
                <a:cs typeface="Arial"/>
              </a:defRPr>
            </a:lvl6pPr>
            <a:lvl7pPr>
              <a:buNone/>
              <a:defRPr sz="3150" b="0">
                <a:solidFill>
                  <a:srgbClr val="EEE6FA"/>
                </a:solidFill>
                <a:latin typeface="Arial"/>
                <a:ea typeface="Arial"/>
                <a:cs typeface="Arial"/>
              </a:defRPr>
            </a:lvl7pPr>
            <a:lvl8pPr>
              <a:buNone/>
              <a:defRPr sz="3150" b="0">
                <a:solidFill>
                  <a:srgbClr val="EEE6FA"/>
                </a:solidFill>
                <a:latin typeface="Arial"/>
                <a:ea typeface="Arial"/>
                <a:cs typeface="Arial"/>
              </a:defRPr>
            </a:lvl8pPr>
            <a:lvl9pPr>
              <a:buNone/>
              <a:defRPr sz="3150" b="0">
                <a:solidFill>
                  <a:srgbClr val="EEE6FA"/>
                </a:solidFill>
                <a:latin typeface="Arial"/>
                <a:ea typeface="Arial"/>
                <a:cs typeface="Arial"/>
              </a:defRPr>
            </a:lvl9pPr>
          </a:lstStyle>
          <a:p xmlns:a="http://schemas.openxmlformats.org/drawingml/2006/main">
            <a:pPr>
              <a:buNone/>
              <a:defRPr sz="3150" b="0">
                <a:solidFill>
                  <a:srgbClr val="EEE6FA"/>
                </a:solidFill>
                <a:latin typeface="Arial"/>
                <a:ea typeface="Arial"/>
                <a:cs typeface="Arial"/>
              </a:defRPr>
            </a:pPr>
            <a:r>
              <a:rPr sz="3150" b="0">
                <a:solidFill>
                  <a:srgbClr val="EEE6FA"/>
                </a:solidFill>
                <a:latin typeface="Arial"/>
                <a:ea typeface="Arial"/>
                <a:cs typeface="Arial"/>
              </a:rPr>
              <a:t>ИИ-помощник для учёбы</a:t>
            </a:r>
          </a:p>
          <a:p xmlns:a="http://schemas.openxmlformats.org/drawingml/2006/main">
            <a:pPr>
              <a:buNone/>
              <a:defRPr sz="3150" b="0">
                <a:solidFill>
                  <a:srgbClr val="EEE6FA"/>
                </a:solidFill>
                <a:latin typeface="Arial"/>
                <a:ea typeface="Arial"/>
                <a:cs typeface="Arial"/>
              </a:defRPr>
            </a:pPr>
            <a:r>
              <a:rPr sz="3150" b="0">
                <a:solidFill>
                  <a:srgbClr val="EEE6FA"/>
                </a:solidFill>
                <a:latin typeface="Arial"/>
                <a:ea typeface="Arial"/>
                <a:cs typeface="Arial"/>
              </a:rPr>
              <a:t>с понятной целью и планом</a:t>
            </a:r>
          </a:p>
        </p:txBody>
      </p:sp>
      <p:sp>
        <p:nvSpPr>
          <p:cNvPr id="4" name="Рабочий прототип для студентов">
            <a:extLst xmlns:a="http://schemas.openxmlformats.org/drawingml/2006/main">
              <a:ext uri="{FF2B5EF4-FFF2-40B4-BE49-F238E27FC236}">
                <a16:creationId xmlns:a16="http://schemas.microsoft.com/office/drawing/2014/main" id="{5C8310BC-4F8F-40B7-BF64-8533EFC64127}"/>
              </a:ext>
            </a:extLst>
          </p:cNvPr>
          <p:cNvSpPr>
            <a:spLocks xmlns:a="http://schemas.openxmlformats.org/drawingml/2006/main" noGrp="1"/>
          </p:cNvSpPr>
          <p:nvPr/>
        </p:nvSpPr>
        <p:spPr>
          <a:xfrm xmlns:a="http://schemas.openxmlformats.org/drawingml/2006/main">
            <a:off x="723900" y="56769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8C9F1"/>
                </a:solidFill>
                <a:latin typeface="Arial"/>
                <a:ea typeface="Arial"/>
                <a:cs typeface="Arial"/>
              </a:defRPr>
            </a:defPPr>
            <a:lvl1pPr>
              <a:buNone/>
              <a:defRPr sz="1950" b="0">
                <a:solidFill>
                  <a:srgbClr val="D8C9F1"/>
                </a:solidFill>
                <a:latin typeface="Arial"/>
                <a:ea typeface="Arial"/>
                <a:cs typeface="Arial"/>
              </a:defRPr>
            </a:lvl1pPr>
            <a:lvl2pPr>
              <a:buNone/>
              <a:defRPr sz="1950" b="0">
                <a:solidFill>
                  <a:srgbClr val="D8C9F1"/>
                </a:solidFill>
                <a:latin typeface="Arial"/>
                <a:ea typeface="Arial"/>
                <a:cs typeface="Arial"/>
              </a:defRPr>
            </a:lvl2pPr>
            <a:lvl3pPr>
              <a:buNone/>
              <a:defRPr sz="1950" b="0">
                <a:solidFill>
                  <a:srgbClr val="D8C9F1"/>
                </a:solidFill>
                <a:latin typeface="Arial"/>
                <a:ea typeface="Arial"/>
                <a:cs typeface="Arial"/>
              </a:defRPr>
            </a:lvl3pPr>
            <a:lvl4pPr>
              <a:buNone/>
              <a:defRPr sz="1950" b="0">
                <a:solidFill>
                  <a:srgbClr val="D8C9F1"/>
                </a:solidFill>
                <a:latin typeface="Arial"/>
                <a:ea typeface="Arial"/>
                <a:cs typeface="Arial"/>
              </a:defRPr>
            </a:lvl4pPr>
            <a:lvl5pPr>
              <a:buNone/>
              <a:defRPr sz="1950" b="0">
                <a:solidFill>
                  <a:srgbClr val="D8C9F1"/>
                </a:solidFill>
                <a:latin typeface="Arial"/>
                <a:ea typeface="Arial"/>
                <a:cs typeface="Arial"/>
              </a:defRPr>
            </a:lvl5pPr>
            <a:lvl6pPr>
              <a:buNone/>
              <a:defRPr sz="1950" b="0">
                <a:solidFill>
                  <a:srgbClr val="D8C9F1"/>
                </a:solidFill>
                <a:latin typeface="Arial"/>
                <a:ea typeface="Arial"/>
                <a:cs typeface="Arial"/>
              </a:defRPr>
            </a:lvl6pPr>
            <a:lvl7pPr>
              <a:buNone/>
              <a:defRPr sz="1950" b="0">
                <a:solidFill>
                  <a:srgbClr val="D8C9F1"/>
                </a:solidFill>
                <a:latin typeface="Arial"/>
                <a:ea typeface="Arial"/>
                <a:cs typeface="Arial"/>
              </a:defRPr>
            </a:lvl7pPr>
            <a:lvl8pPr>
              <a:buNone/>
              <a:defRPr sz="1950" b="0">
                <a:solidFill>
                  <a:srgbClr val="D8C9F1"/>
                </a:solidFill>
                <a:latin typeface="Arial"/>
                <a:ea typeface="Arial"/>
                <a:cs typeface="Arial"/>
              </a:defRPr>
            </a:lvl8pPr>
            <a:lvl9pPr>
              <a:buNone/>
              <a:defRPr sz="1950" b="0">
                <a:solidFill>
                  <a:srgbClr val="D8C9F1"/>
                </a:solidFill>
                <a:latin typeface="Arial"/>
                <a:ea typeface="Arial"/>
                <a:cs typeface="Arial"/>
              </a:defRPr>
            </a:lvl9pPr>
          </a:lstStyle>
          <a:p xmlns:a="http://schemas.openxmlformats.org/drawingml/2006/main">
            <a:pPr>
              <a:buNone/>
              <a:defRPr sz="1950" b="0">
                <a:solidFill>
                  <a:srgbClr val="D8C9F1"/>
                </a:solidFill>
                <a:latin typeface="Arial"/>
                <a:ea typeface="Arial"/>
                <a:cs typeface="Arial"/>
              </a:defRPr>
            </a:pPr>
            <a:r>
              <a:rPr sz="1950" b="0">
                <a:solidFill>
                  <a:srgbClr val="D8C9F1"/>
                </a:solidFill>
                <a:latin typeface="Arial"/>
                <a:ea typeface="Arial"/>
                <a:cs typeface="Arial"/>
              </a:rPr>
              <a:t>Google Gemini с MCP и Function Calling</a:t>
            </a:r>
          </a:p>
        </p:txBody>
      </p:sp>
    </p:spTree>
    <p:extLst>
      <p:ext uri="{BB962C8B-B14F-4D97-AF65-F5344CB8AC3E}">
        <p14:creationId xmlns:p14="http://schemas.microsoft.com/office/powerpoint/2010/main" val="436349523"/>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7CCB867-7CEB-454D-B4C2-80597E84CA2A}"/>
              </a:ext>
            </a:extLst>
          </p:cNvPr>
          <p:cNvSpPr>
            <a:spLocks xmlns:a="http://schemas.openxmlformats.org/drawingml/2006/main" noGrp="1"/>
          </p:cNvSpPr>
          <p:nvPr/>
        </p:nvSpPr>
        <p:spPr>
          <a:xfrm xmlns:a="http://schemas.openxmlformats.org/drawingml/2006/main">
            <a:off x="685800" y="49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B2540"/>
                </a:solidFill>
                <a:latin typeface="Arial"/>
                <a:ea typeface="Arial"/>
                <a:cs typeface="Arial"/>
              </a:defRPr>
            </a:defPPr>
            <a:lvl1pPr>
              <a:buNone/>
              <a:defRPr sz="3450" b="1">
                <a:solidFill>
                  <a:srgbClr val="2B2540"/>
                </a:solidFill>
                <a:latin typeface="Arial"/>
                <a:ea typeface="Arial"/>
                <a:cs typeface="Arial"/>
              </a:defRPr>
            </a:lvl1pPr>
            <a:lvl2pPr>
              <a:buNone/>
              <a:defRPr sz="3450" b="1">
                <a:solidFill>
                  <a:srgbClr val="2B2540"/>
                </a:solidFill>
                <a:latin typeface="Arial"/>
                <a:ea typeface="Arial"/>
                <a:cs typeface="Arial"/>
              </a:defRPr>
            </a:lvl2pPr>
            <a:lvl3pPr>
              <a:buNone/>
              <a:defRPr sz="3450" b="1">
                <a:solidFill>
                  <a:srgbClr val="2B2540"/>
                </a:solidFill>
                <a:latin typeface="Arial"/>
                <a:ea typeface="Arial"/>
                <a:cs typeface="Arial"/>
              </a:defRPr>
            </a:lvl3pPr>
            <a:lvl4pPr>
              <a:buNone/>
              <a:defRPr sz="3450" b="1">
                <a:solidFill>
                  <a:srgbClr val="2B2540"/>
                </a:solidFill>
                <a:latin typeface="Arial"/>
                <a:ea typeface="Arial"/>
                <a:cs typeface="Arial"/>
              </a:defRPr>
            </a:lvl4pPr>
            <a:lvl5pPr>
              <a:buNone/>
              <a:defRPr sz="3450" b="1">
                <a:solidFill>
                  <a:srgbClr val="2B2540"/>
                </a:solidFill>
                <a:latin typeface="Arial"/>
                <a:ea typeface="Arial"/>
                <a:cs typeface="Arial"/>
              </a:defRPr>
            </a:lvl5pPr>
            <a:lvl6pPr>
              <a:buNone/>
              <a:defRPr sz="3450" b="1">
                <a:solidFill>
                  <a:srgbClr val="2B2540"/>
                </a:solidFill>
                <a:latin typeface="Arial"/>
                <a:ea typeface="Arial"/>
                <a:cs typeface="Arial"/>
              </a:defRPr>
            </a:lvl6pPr>
            <a:lvl7pPr>
              <a:buNone/>
              <a:defRPr sz="3450" b="1">
                <a:solidFill>
                  <a:srgbClr val="2B2540"/>
                </a:solidFill>
                <a:latin typeface="Arial"/>
                <a:ea typeface="Arial"/>
                <a:cs typeface="Arial"/>
              </a:defRPr>
            </a:lvl7pPr>
            <a:lvl8pPr>
              <a:buNone/>
              <a:defRPr sz="3450" b="1">
                <a:solidFill>
                  <a:srgbClr val="2B2540"/>
                </a:solidFill>
                <a:latin typeface="Arial"/>
                <a:ea typeface="Arial"/>
                <a:cs typeface="Arial"/>
              </a:defRPr>
            </a:lvl8pPr>
            <a:lvl9pPr>
              <a:buNone/>
              <a:defRPr sz="3450" b="1">
                <a:solidFill>
                  <a:srgbClr val="2B2540"/>
                </a:solidFill>
                <a:latin typeface="Arial"/>
                <a:ea typeface="Arial"/>
                <a:cs typeface="Arial"/>
              </a:defRPr>
            </a:lvl9pPr>
          </a:lstStyle>
          <a:p xmlns:a="http://schemas.openxmlformats.org/drawingml/2006/main">
            <a:pPr>
              <a:buNone/>
              <a:defRPr sz="3450" b="1">
                <a:solidFill>
                  <a:srgbClr val="2B2540"/>
                </a:solidFill>
                <a:latin typeface="Arial"/>
                <a:ea typeface="Arial"/>
                <a:cs typeface="Arial"/>
              </a:defRPr>
            </a:pPr>
            <a:r>
              <a:rPr sz="3450" b="1">
                <a:solidFill>
                  <a:srgbClr val="2B2540"/>
                </a:solidFill>
                <a:latin typeface="Arial"/>
                <a:ea typeface="Arial"/>
                <a:cs typeface="Arial"/>
              </a:rPr>
              <a:t>Учебная нагрузка студента</a:t>
            </a:r>
          </a:p>
        </p:txBody>
      </p:sp>
      <p:sp>
        <p:nvSpPr>
          <p:cNvPr id="2" name="02">
            <a:extLst xmlns:a="http://schemas.openxmlformats.org/drawingml/2006/main">
              <a:ext uri="{FF2B5EF4-FFF2-40B4-BE49-F238E27FC236}">
                <a16:creationId xmlns:a16="http://schemas.microsoft.com/office/drawing/2014/main" id="{A7659771-7E79-4F97-91F2-3D6D110DCBCA}"/>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746A80"/>
                </a:solidFill>
                <a:latin typeface="Arial"/>
                <a:ea typeface="Arial"/>
                <a:cs typeface="Arial"/>
              </a:defRPr>
            </a:defPPr>
            <a:lvl1pPr algn="r">
              <a:buNone/>
              <a:defRPr sz="1275" b="0">
                <a:solidFill>
                  <a:srgbClr val="746A80"/>
                </a:solidFill>
                <a:latin typeface="Arial"/>
                <a:ea typeface="Arial"/>
                <a:cs typeface="Arial"/>
              </a:defRPr>
            </a:lvl1pPr>
            <a:lvl2pPr algn="r">
              <a:buNone/>
              <a:defRPr sz="1275" b="0">
                <a:solidFill>
                  <a:srgbClr val="746A80"/>
                </a:solidFill>
                <a:latin typeface="Arial"/>
                <a:ea typeface="Arial"/>
                <a:cs typeface="Arial"/>
              </a:defRPr>
            </a:lvl2pPr>
            <a:lvl3pPr algn="r">
              <a:buNone/>
              <a:defRPr sz="1275" b="0">
                <a:solidFill>
                  <a:srgbClr val="746A80"/>
                </a:solidFill>
                <a:latin typeface="Arial"/>
                <a:ea typeface="Arial"/>
                <a:cs typeface="Arial"/>
              </a:defRPr>
            </a:lvl3pPr>
            <a:lvl4pPr algn="r">
              <a:buNone/>
              <a:defRPr sz="1275" b="0">
                <a:solidFill>
                  <a:srgbClr val="746A80"/>
                </a:solidFill>
                <a:latin typeface="Arial"/>
                <a:ea typeface="Arial"/>
                <a:cs typeface="Arial"/>
              </a:defRPr>
            </a:lvl4pPr>
            <a:lvl5pPr algn="r">
              <a:buNone/>
              <a:defRPr sz="1275" b="0">
                <a:solidFill>
                  <a:srgbClr val="746A80"/>
                </a:solidFill>
                <a:latin typeface="Arial"/>
                <a:ea typeface="Arial"/>
                <a:cs typeface="Arial"/>
              </a:defRPr>
            </a:lvl5pPr>
            <a:lvl6pPr algn="r">
              <a:buNone/>
              <a:defRPr sz="1275" b="0">
                <a:solidFill>
                  <a:srgbClr val="746A80"/>
                </a:solidFill>
                <a:latin typeface="Arial"/>
                <a:ea typeface="Arial"/>
                <a:cs typeface="Arial"/>
              </a:defRPr>
            </a:lvl6pPr>
            <a:lvl7pPr algn="r">
              <a:buNone/>
              <a:defRPr sz="1275" b="0">
                <a:solidFill>
                  <a:srgbClr val="746A80"/>
                </a:solidFill>
                <a:latin typeface="Arial"/>
                <a:ea typeface="Arial"/>
                <a:cs typeface="Arial"/>
              </a:defRPr>
            </a:lvl7pPr>
            <a:lvl8pPr algn="r">
              <a:buNone/>
              <a:defRPr sz="1275" b="0">
                <a:solidFill>
                  <a:srgbClr val="746A80"/>
                </a:solidFill>
                <a:latin typeface="Arial"/>
                <a:ea typeface="Arial"/>
                <a:cs typeface="Arial"/>
              </a:defRPr>
            </a:lvl8pPr>
            <a:lvl9pPr algn="r">
              <a:buNone/>
              <a:defRPr sz="1275" b="0">
                <a:solidFill>
                  <a:srgbClr val="746A80"/>
                </a:solidFill>
                <a:latin typeface="Arial"/>
                <a:ea typeface="Arial"/>
                <a:cs typeface="Arial"/>
              </a:defRPr>
            </a:lvl9pPr>
          </a:lstStyle>
          <a:p xmlns:a="http://schemas.openxmlformats.org/drawingml/2006/main">
            <a:pPr algn="r">
              <a:buNone/>
              <a:defRPr sz="1275" b="0">
                <a:solidFill>
                  <a:srgbClr val="746A80"/>
                </a:solidFill>
                <a:latin typeface="Arial"/>
                <a:ea typeface="Arial"/>
                <a:cs typeface="Arial"/>
              </a:defRPr>
            </a:pPr>
            <a:r>
              <a:rPr sz="1275" b="0">
                <a:solidFill>
                  <a:srgbClr val="746A80"/>
                </a:solidFill>
                <a:latin typeface="Arial"/>
                <a:ea typeface="Arial"/>
                <a:cs typeface="Arial"/>
              </a:rPr>
              <a:t>02</a:t>
            </a:r>
          </a:p>
        </p:txBody>
      </p:sp>
      <p:sp>
        <p:nvSpPr>
          <p:cNvPr id="3" name="«Сколько нужно набрать,&#10;и на что потратить ве">
            <a:extLst xmlns:a="http://schemas.openxmlformats.org/drawingml/2006/main">
              <a:ext uri="{FF2B5EF4-FFF2-40B4-BE49-F238E27FC236}">
                <a16:creationId xmlns:a16="http://schemas.microsoft.com/office/drawing/2014/main" id="{7D46EFFB-0E0E-4208-ADC3-2DB4BF0D5FE9}"/>
              </a:ext>
            </a:extLst>
          </p:cNvPr>
          <p:cNvSpPr>
            <a:spLocks xmlns:a="http://schemas.openxmlformats.org/drawingml/2006/main" noGrp="1"/>
          </p:cNvSpPr>
          <p:nvPr/>
        </p:nvSpPr>
        <p:spPr>
          <a:xfrm xmlns:a="http://schemas.openxmlformats.org/drawingml/2006/main">
            <a:off x="685800" y="155257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6746BB"/>
                </a:solidFill>
                <a:latin typeface="Arial"/>
                <a:ea typeface="Arial"/>
                <a:cs typeface="Arial"/>
              </a:defRPr>
            </a:defPPr>
            <a:lvl1pPr>
              <a:buNone/>
              <a:defRPr sz="3525" b="1">
                <a:solidFill>
                  <a:srgbClr val="6746BB"/>
                </a:solidFill>
                <a:latin typeface="Arial"/>
                <a:ea typeface="Arial"/>
                <a:cs typeface="Arial"/>
              </a:defRPr>
            </a:lvl1pPr>
            <a:lvl2pPr>
              <a:buNone/>
              <a:defRPr sz="3525" b="1">
                <a:solidFill>
                  <a:srgbClr val="6746BB"/>
                </a:solidFill>
                <a:latin typeface="Arial"/>
                <a:ea typeface="Arial"/>
                <a:cs typeface="Arial"/>
              </a:defRPr>
            </a:lvl2pPr>
            <a:lvl3pPr>
              <a:buNone/>
              <a:defRPr sz="3525" b="1">
                <a:solidFill>
                  <a:srgbClr val="6746BB"/>
                </a:solidFill>
                <a:latin typeface="Arial"/>
                <a:ea typeface="Arial"/>
                <a:cs typeface="Arial"/>
              </a:defRPr>
            </a:lvl3pPr>
            <a:lvl4pPr>
              <a:buNone/>
              <a:defRPr sz="3525" b="1">
                <a:solidFill>
                  <a:srgbClr val="6746BB"/>
                </a:solidFill>
                <a:latin typeface="Arial"/>
                <a:ea typeface="Arial"/>
                <a:cs typeface="Arial"/>
              </a:defRPr>
            </a:lvl4pPr>
            <a:lvl5pPr>
              <a:buNone/>
              <a:defRPr sz="3525" b="1">
                <a:solidFill>
                  <a:srgbClr val="6746BB"/>
                </a:solidFill>
                <a:latin typeface="Arial"/>
                <a:ea typeface="Arial"/>
                <a:cs typeface="Arial"/>
              </a:defRPr>
            </a:lvl5pPr>
            <a:lvl6pPr>
              <a:buNone/>
              <a:defRPr sz="3525" b="1">
                <a:solidFill>
                  <a:srgbClr val="6746BB"/>
                </a:solidFill>
                <a:latin typeface="Arial"/>
                <a:ea typeface="Arial"/>
                <a:cs typeface="Arial"/>
              </a:defRPr>
            </a:lvl6pPr>
            <a:lvl7pPr>
              <a:buNone/>
              <a:defRPr sz="3525" b="1">
                <a:solidFill>
                  <a:srgbClr val="6746BB"/>
                </a:solidFill>
                <a:latin typeface="Arial"/>
                <a:ea typeface="Arial"/>
                <a:cs typeface="Arial"/>
              </a:defRPr>
            </a:lvl7pPr>
            <a:lvl8pPr>
              <a:buNone/>
              <a:defRPr sz="3525" b="1">
                <a:solidFill>
                  <a:srgbClr val="6746BB"/>
                </a:solidFill>
                <a:latin typeface="Arial"/>
                <a:ea typeface="Arial"/>
                <a:cs typeface="Arial"/>
              </a:defRPr>
            </a:lvl8pPr>
            <a:lvl9pPr>
              <a:buNone/>
              <a:defRPr sz="3525" b="1">
                <a:solidFill>
                  <a:srgbClr val="6746BB"/>
                </a:solidFill>
                <a:latin typeface="Arial"/>
                <a:ea typeface="Arial"/>
                <a:cs typeface="Arial"/>
              </a:defRPr>
            </a:lvl9pPr>
          </a:lstStyle>
          <a:p xmlns:a="http://schemas.openxmlformats.org/drawingml/2006/main">
            <a:pPr>
              <a:buNone/>
              <a:defRPr sz="3525" b="1">
                <a:solidFill>
                  <a:srgbClr val="6746BB"/>
                </a:solidFill>
                <a:latin typeface="Arial"/>
                <a:ea typeface="Arial"/>
                <a:cs typeface="Arial"/>
              </a:defRPr>
            </a:pPr>
            <a:r>
              <a:rPr sz="3525" b="1">
                <a:solidFill>
                  <a:srgbClr val="6746BB"/>
                </a:solidFill>
                <a:latin typeface="Arial"/>
                <a:ea typeface="Arial"/>
                <a:cs typeface="Arial"/>
              </a:rPr>
              <a:t>«Сколько нужно набрать,</a:t>
            </a:r>
          </a:p>
          <a:p xmlns:a="http://schemas.openxmlformats.org/drawingml/2006/main">
            <a:pPr>
              <a:buNone/>
              <a:defRPr sz="3525" b="1">
                <a:solidFill>
                  <a:srgbClr val="6746BB"/>
                </a:solidFill>
                <a:latin typeface="Arial"/>
                <a:ea typeface="Arial"/>
                <a:cs typeface="Arial"/>
              </a:defRPr>
            </a:pPr>
            <a:r>
              <a:rPr sz="3525" b="1">
                <a:solidFill>
                  <a:srgbClr val="6746BB"/>
                </a:solidFill>
                <a:latin typeface="Arial"/>
                <a:ea typeface="Arial"/>
                <a:cs typeface="Arial"/>
              </a:rPr>
              <a:t>и на что потратить вечер?»</a:t>
            </a:r>
          </a:p>
        </p:txBody>
      </p:sp>
      <p:sp>
        <p:nvSpPr>
          <p:cNvPr id="4" name="Веса работ спрятаны в силлабусе">
            <a:extLst xmlns:a="http://schemas.openxmlformats.org/drawingml/2006/main">
              <a:ext uri="{FF2B5EF4-FFF2-40B4-BE49-F238E27FC236}">
                <a16:creationId xmlns:a16="http://schemas.microsoft.com/office/drawing/2014/main" id="{13FF94DE-9D18-4BF4-86C4-55C6E627DA2B}"/>
              </a:ext>
            </a:extLst>
          </p:cNvPr>
          <p:cNvSpPr>
            <a:spLocks xmlns:a="http://schemas.openxmlformats.org/drawingml/2006/main" noGrp="1"/>
          </p:cNvSpPr>
          <p:nvPr/>
        </p:nvSpPr>
        <p:spPr>
          <a:xfrm xmlns:a="http://schemas.openxmlformats.org/drawingml/2006/main">
            <a:off x="723900" y="347662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B2540"/>
                </a:solidFill>
                <a:latin typeface="Arial"/>
                <a:ea typeface="Arial"/>
                <a:cs typeface="Arial"/>
              </a:defRPr>
            </a:defPPr>
            <a:lvl1pPr>
              <a:buNone/>
              <a:defRPr sz="2250" b="1">
                <a:solidFill>
                  <a:srgbClr val="2B2540"/>
                </a:solidFill>
                <a:latin typeface="Arial"/>
                <a:ea typeface="Arial"/>
                <a:cs typeface="Arial"/>
              </a:defRPr>
            </a:lvl1pPr>
            <a:lvl2pPr>
              <a:buNone/>
              <a:defRPr sz="2250" b="1">
                <a:solidFill>
                  <a:srgbClr val="2B2540"/>
                </a:solidFill>
                <a:latin typeface="Arial"/>
                <a:ea typeface="Arial"/>
                <a:cs typeface="Arial"/>
              </a:defRPr>
            </a:lvl2pPr>
            <a:lvl3pPr>
              <a:buNone/>
              <a:defRPr sz="2250" b="1">
                <a:solidFill>
                  <a:srgbClr val="2B2540"/>
                </a:solidFill>
                <a:latin typeface="Arial"/>
                <a:ea typeface="Arial"/>
                <a:cs typeface="Arial"/>
              </a:defRPr>
            </a:lvl3pPr>
            <a:lvl4pPr>
              <a:buNone/>
              <a:defRPr sz="2250" b="1">
                <a:solidFill>
                  <a:srgbClr val="2B2540"/>
                </a:solidFill>
                <a:latin typeface="Arial"/>
                <a:ea typeface="Arial"/>
                <a:cs typeface="Arial"/>
              </a:defRPr>
            </a:lvl4pPr>
            <a:lvl5pPr>
              <a:buNone/>
              <a:defRPr sz="2250" b="1">
                <a:solidFill>
                  <a:srgbClr val="2B2540"/>
                </a:solidFill>
                <a:latin typeface="Arial"/>
                <a:ea typeface="Arial"/>
                <a:cs typeface="Arial"/>
              </a:defRPr>
            </a:lvl5pPr>
            <a:lvl6pPr>
              <a:buNone/>
              <a:defRPr sz="2250" b="1">
                <a:solidFill>
                  <a:srgbClr val="2B2540"/>
                </a:solidFill>
                <a:latin typeface="Arial"/>
                <a:ea typeface="Arial"/>
                <a:cs typeface="Arial"/>
              </a:defRPr>
            </a:lvl6pPr>
            <a:lvl7pPr>
              <a:buNone/>
              <a:defRPr sz="2250" b="1">
                <a:solidFill>
                  <a:srgbClr val="2B2540"/>
                </a:solidFill>
                <a:latin typeface="Arial"/>
                <a:ea typeface="Arial"/>
                <a:cs typeface="Arial"/>
              </a:defRPr>
            </a:lvl7pPr>
            <a:lvl8pPr>
              <a:buNone/>
              <a:defRPr sz="2250" b="1">
                <a:solidFill>
                  <a:srgbClr val="2B2540"/>
                </a:solidFill>
                <a:latin typeface="Arial"/>
                <a:ea typeface="Arial"/>
                <a:cs typeface="Arial"/>
              </a:defRPr>
            </a:lvl8pPr>
            <a:lvl9pPr>
              <a:buNone/>
              <a:defRPr sz="2250" b="1">
                <a:solidFill>
                  <a:srgbClr val="2B2540"/>
                </a:solidFill>
                <a:latin typeface="Arial"/>
                <a:ea typeface="Arial"/>
                <a:cs typeface="Arial"/>
              </a:defRPr>
            </a:lvl9pPr>
          </a:lstStyle>
          <a:p xmlns:a="http://schemas.openxmlformats.org/drawingml/2006/main">
            <a:pPr>
              <a:buNone/>
              <a:defRPr sz="2250" b="1">
                <a:solidFill>
                  <a:srgbClr val="2B2540"/>
                </a:solidFill>
                <a:latin typeface="Arial"/>
                <a:ea typeface="Arial"/>
                <a:cs typeface="Arial"/>
              </a:defRPr>
            </a:pPr>
            <a:r>
              <a:rPr sz="2250" b="1">
                <a:solidFill>
                  <a:srgbClr val="2B2540"/>
                </a:solidFill>
                <a:latin typeface="Arial"/>
                <a:ea typeface="Arial"/>
                <a:cs typeface="Arial"/>
              </a:rPr>
              <a:t>Веса работ спрятаны в силлабусе</a:t>
            </a:r>
          </a:p>
        </p:txBody>
      </p:sp>
      <p:sp>
        <p:nvSpPr>
          <p:cNvPr id="5" name="Одинаковая оценка по-разному влияет на итог.">
            <a:extLst xmlns:a="http://schemas.openxmlformats.org/drawingml/2006/main">
              <a:ext uri="{FF2B5EF4-FFF2-40B4-BE49-F238E27FC236}">
                <a16:creationId xmlns:a16="http://schemas.microsoft.com/office/drawing/2014/main" id="{98062E2C-0F0D-4209-A0A3-89653297347B}"/>
              </a:ext>
            </a:extLst>
          </p:cNvPr>
          <p:cNvSpPr>
            <a:spLocks xmlns:a="http://schemas.openxmlformats.org/drawingml/2006/main" noGrp="1"/>
          </p:cNvSpPr>
          <p:nvPr/>
        </p:nvSpPr>
        <p:spPr>
          <a:xfrm xmlns:a="http://schemas.openxmlformats.org/drawingml/2006/main">
            <a:off x="723900" y="3952875"/>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746A80"/>
                </a:solidFill>
                <a:latin typeface="Arial"/>
                <a:ea typeface="Arial"/>
                <a:cs typeface="Arial"/>
              </a:defRPr>
            </a:defPPr>
            <a:lvl1pPr>
              <a:buNone/>
              <a:defRPr sz="2025" b="0">
                <a:solidFill>
                  <a:srgbClr val="746A80"/>
                </a:solidFill>
                <a:latin typeface="Arial"/>
                <a:ea typeface="Arial"/>
                <a:cs typeface="Arial"/>
              </a:defRPr>
            </a:lvl1pPr>
            <a:lvl2pPr>
              <a:buNone/>
              <a:defRPr sz="2025" b="0">
                <a:solidFill>
                  <a:srgbClr val="746A80"/>
                </a:solidFill>
                <a:latin typeface="Arial"/>
                <a:ea typeface="Arial"/>
                <a:cs typeface="Arial"/>
              </a:defRPr>
            </a:lvl2pPr>
            <a:lvl3pPr>
              <a:buNone/>
              <a:defRPr sz="2025" b="0">
                <a:solidFill>
                  <a:srgbClr val="746A80"/>
                </a:solidFill>
                <a:latin typeface="Arial"/>
                <a:ea typeface="Arial"/>
                <a:cs typeface="Arial"/>
              </a:defRPr>
            </a:lvl3pPr>
            <a:lvl4pPr>
              <a:buNone/>
              <a:defRPr sz="2025" b="0">
                <a:solidFill>
                  <a:srgbClr val="746A80"/>
                </a:solidFill>
                <a:latin typeface="Arial"/>
                <a:ea typeface="Arial"/>
                <a:cs typeface="Arial"/>
              </a:defRPr>
            </a:lvl4pPr>
            <a:lvl5pPr>
              <a:buNone/>
              <a:defRPr sz="2025" b="0">
                <a:solidFill>
                  <a:srgbClr val="746A80"/>
                </a:solidFill>
                <a:latin typeface="Arial"/>
                <a:ea typeface="Arial"/>
                <a:cs typeface="Arial"/>
              </a:defRPr>
            </a:lvl5pPr>
            <a:lvl6pPr>
              <a:buNone/>
              <a:defRPr sz="2025" b="0">
                <a:solidFill>
                  <a:srgbClr val="746A80"/>
                </a:solidFill>
                <a:latin typeface="Arial"/>
                <a:ea typeface="Arial"/>
                <a:cs typeface="Arial"/>
              </a:defRPr>
            </a:lvl6pPr>
            <a:lvl7pPr>
              <a:buNone/>
              <a:defRPr sz="2025" b="0">
                <a:solidFill>
                  <a:srgbClr val="746A80"/>
                </a:solidFill>
                <a:latin typeface="Arial"/>
                <a:ea typeface="Arial"/>
                <a:cs typeface="Arial"/>
              </a:defRPr>
            </a:lvl7pPr>
            <a:lvl8pPr>
              <a:buNone/>
              <a:defRPr sz="2025" b="0">
                <a:solidFill>
                  <a:srgbClr val="746A80"/>
                </a:solidFill>
                <a:latin typeface="Arial"/>
                <a:ea typeface="Arial"/>
                <a:cs typeface="Arial"/>
              </a:defRPr>
            </a:lvl8pPr>
            <a:lvl9pPr>
              <a:buNone/>
              <a:defRPr sz="2025" b="0">
                <a:solidFill>
                  <a:srgbClr val="746A80"/>
                </a:solidFill>
                <a:latin typeface="Arial"/>
                <a:ea typeface="Arial"/>
                <a:cs typeface="Arial"/>
              </a:defRPr>
            </a:lvl9pPr>
          </a:lstStyle>
          <a:p xmlns:a="http://schemas.openxmlformats.org/drawingml/2006/main">
            <a:pPr>
              <a:buNone/>
              <a:defRPr sz="2025" b="0">
                <a:solidFill>
                  <a:srgbClr val="746A80"/>
                </a:solidFill>
                <a:latin typeface="Arial"/>
                <a:ea typeface="Arial"/>
                <a:cs typeface="Arial"/>
              </a:defRPr>
            </a:pPr>
            <a:r>
              <a:rPr sz="2025" b="0">
                <a:solidFill>
                  <a:srgbClr val="746A80"/>
                </a:solidFill>
                <a:latin typeface="Arial"/>
                <a:ea typeface="Arial"/>
                <a:cs typeface="Arial"/>
              </a:rPr>
              <a:t>Одинаковая оценка по-разному влияет на итог.</a:t>
            </a:r>
          </a:p>
        </p:txBody>
      </p:sp>
      <p:sp>
        <p:nvSpPr>
          <p:cNvPr id="6" name="Предметы конкурируют за свободное время">
            <a:extLst xmlns:a="http://schemas.openxmlformats.org/drawingml/2006/main">
              <a:ext uri="{FF2B5EF4-FFF2-40B4-BE49-F238E27FC236}">
                <a16:creationId xmlns:a16="http://schemas.microsoft.com/office/drawing/2014/main" id="{3D5A6D63-FDB7-4C8A-BC49-DE3209FC991F}"/>
              </a:ext>
            </a:extLst>
          </p:cNvPr>
          <p:cNvSpPr>
            <a:spLocks xmlns:a="http://schemas.openxmlformats.org/drawingml/2006/main" noGrp="1"/>
          </p:cNvSpPr>
          <p:nvPr/>
        </p:nvSpPr>
        <p:spPr>
          <a:xfrm xmlns:a="http://schemas.openxmlformats.org/drawingml/2006/main">
            <a:off x="723900" y="4800600"/>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B2540"/>
                </a:solidFill>
                <a:latin typeface="Arial"/>
                <a:ea typeface="Arial"/>
                <a:cs typeface="Arial"/>
              </a:defRPr>
            </a:defPPr>
            <a:lvl1pPr>
              <a:buNone/>
              <a:defRPr sz="2250" b="1">
                <a:solidFill>
                  <a:srgbClr val="2B2540"/>
                </a:solidFill>
                <a:latin typeface="Arial"/>
                <a:ea typeface="Arial"/>
                <a:cs typeface="Arial"/>
              </a:defRPr>
            </a:lvl1pPr>
            <a:lvl2pPr>
              <a:buNone/>
              <a:defRPr sz="2250" b="1">
                <a:solidFill>
                  <a:srgbClr val="2B2540"/>
                </a:solidFill>
                <a:latin typeface="Arial"/>
                <a:ea typeface="Arial"/>
                <a:cs typeface="Arial"/>
              </a:defRPr>
            </a:lvl2pPr>
            <a:lvl3pPr>
              <a:buNone/>
              <a:defRPr sz="2250" b="1">
                <a:solidFill>
                  <a:srgbClr val="2B2540"/>
                </a:solidFill>
                <a:latin typeface="Arial"/>
                <a:ea typeface="Arial"/>
                <a:cs typeface="Arial"/>
              </a:defRPr>
            </a:lvl3pPr>
            <a:lvl4pPr>
              <a:buNone/>
              <a:defRPr sz="2250" b="1">
                <a:solidFill>
                  <a:srgbClr val="2B2540"/>
                </a:solidFill>
                <a:latin typeface="Arial"/>
                <a:ea typeface="Arial"/>
                <a:cs typeface="Arial"/>
              </a:defRPr>
            </a:lvl4pPr>
            <a:lvl5pPr>
              <a:buNone/>
              <a:defRPr sz="2250" b="1">
                <a:solidFill>
                  <a:srgbClr val="2B2540"/>
                </a:solidFill>
                <a:latin typeface="Arial"/>
                <a:ea typeface="Arial"/>
                <a:cs typeface="Arial"/>
              </a:defRPr>
            </a:lvl5pPr>
            <a:lvl6pPr>
              <a:buNone/>
              <a:defRPr sz="2250" b="1">
                <a:solidFill>
                  <a:srgbClr val="2B2540"/>
                </a:solidFill>
                <a:latin typeface="Arial"/>
                <a:ea typeface="Arial"/>
                <a:cs typeface="Arial"/>
              </a:defRPr>
            </a:lvl6pPr>
            <a:lvl7pPr>
              <a:buNone/>
              <a:defRPr sz="2250" b="1">
                <a:solidFill>
                  <a:srgbClr val="2B2540"/>
                </a:solidFill>
                <a:latin typeface="Arial"/>
                <a:ea typeface="Arial"/>
                <a:cs typeface="Arial"/>
              </a:defRPr>
            </a:lvl7pPr>
            <a:lvl8pPr>
              <a:buNone/>
              <a:defRPr sz="2250" b="1">
                <a:solidFill>
                  <a:srgbClr val="2B2540"/>
                </a:solidFill>
                <a:latin typeface="Arial"/>
                <a:ea typeface="Arial"/>
                <a:cs typeface="Arial"/>
              </a:defRPr>
            </a:lvl8pPr>
            <a:lvl9pPr>
              <a:buNone/>
              <a:defRPr sz="2250" b="1">
                <a:solidFill>
                  <a:srgbClr val="2B2540"/>
                </a:solidFill>
                <a:latin typeface="Arial"/>
                <a:ea typeface="Arial"/>
                <a:cs typeface="Arial"/>
              </a:defRPr>
            </a:lvl9pPr>
          </a:lstStyle>
          <a:p xmlns:a="http://schemas.openxmlformats.org/drawingml/2006/main">
            <a:pPr>
              <a:buNone/>
              <a:defRPr sz="2250" b="1">
                <a:solidFill>
                  <a:srgbClr val="2B2540"/>
                </a:solidFill>
                <a:latin typeface="Arial"/>
                <a:ea typeface="Arial"/>
                <a:cs typeface="Arial"/>
              </a:defRPr>
            </a:pPr>
            <a:r>
              <a:rPr sz="2250" b="1">
                <a:solidFill>
                  <a:srgbClr val="2B2540"/>
                </a:solidFill>
                <a:latin typeface="Arial"/>
                <a:ea typeface="Arial"/>
                <a:cs typeface="Arial"/>
              </a:rPr>
              <a:t>Предметы конкурируют за свободное время</a:t>
            </a:r>
          </a:p>
        </p:txBody>
      </p:sp>
      <p:sp>
        <p:nvSpPr>
          <p:cNvPr id="7" name="CampusPulse показывает достижимую цель и конк">
            <a:extLst xmlns:a="http://schemas.openxmlformats.org/drawingml/2006/main">
              <a:ext uri="{FF2B5EF4-FFF2-40B4-BE49-F238E27FC236}">
                <a16:creationId xmlns:a16="http://schemas.microsoft.com/office/drawing/2014/main" id="{AB0B86D3-C199-4F04-84CE-A0FF01A5C6F3}"/>
              </a:ext>
            </a:extLst>
          </p:cNvPr>
          <p:cNvSpPr>
            <a:spLocks xmlns:a="http://schemas.openxmlformats.org/drawingml/2006/main" noGrp="1"/>
          </p:cNvSpPr>
          <p:nvPr/>
        </p:nvSpPr>
        <p:spPr>
          <a:xfrm xmlns:a="http://schemas.openxmlformats.org/drawingml/2006/main">
            <a:off x="723900" y="530542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746A80"/>
                </a:solidFill>
                <a:latin typeface="Arial"/>
                <a:ea typeface="Arial"/>
                <a:cs typeface="Arial"/>
              </a:defRPr>
            </a:defPPr>
            <a:lvl1pPr>
              <a:buNone/>
              <a:defRPr sz="2025" b="0">
                <a:solidFill>
                  <a:srgbClr val="746A80"/>
                </a:solidFill>
                <a:latin typeface="Arial"/>
                <a:ea typeface="Arial"/>
                <a:cs typeface="Arial"/>
              </a:defRPr>
            </a:lvl1pPr>
            <a:lvl2pPr>
              <a:buNone/>
              <a:defRPr sz="2025" b="0">
                <a:solidFill>
                  <a:srgbClr val="746A80"/>
                </a:solidFill>
                <a:latin typeface="Arial"/>
                <a:ea typeface="Arial"/>
                <a:cs typeface="Arial"/>
              </a:defRPr>
            </a:lvl2pPr>
            <a:lvl3pPr>
              <a:buNone/>
              <a:defRPr sz="2025" b="0">
                <a:solidFill>
                  <a:srgbClr val="746A80"/>
                </a:solidFill>
                <a:latin typeface="Arial"/>
                <a:ea typeface="Arial"/>
                <a:cs typeface="Arial"/>
              </a:defRPr>
            </a:lvl3pPr>
            <a:lvl4pPr>
              <a:buNone/>
              <a:defRPr sz="2025" b="0">
                <a:solidFill>
                  <a:srgbClr val="746A80"/>
                </a:solidFill>
                <a:latin typeface="Arial"/>
                <a:ea typeface="Arial"/>
                <a:cs typeface="Arial"/>
              </a:defRPr>
            </a:lvl4pPr>
            <a:lvl5pPr>
              <a:buNone/>
              <a:defRPr sz="2025" b="0">
                <a:solidFill>
                  <a:srgbClr val="746A80"/>
                </a:solidFill>
                <a:latin typeface="Arial"/>
                <a:ea typeface="Arial"/>
                <a:cs typeface="Arial"/>
              </a:defRPr>
            </a:lvl5pPr>
            <a:lvl6pPr>
              <a:buNone/>
              <a:defRPr sz="2025" b="0">
                <a:solidFill>
                  <a:srgbClr val="746A80"/>
                </a:solidFill>
                <a:latin typeface="Arial"/>
                <a:ea typeface="Arial"/>
                <a:cs typeface="Arial"/>
              </a:defRPr>
            </a:lvl6pPr>
            <a:lvl7pPr>
              <a:buNone/>
              <a:defRPr sz="2025" b="0">
                <a:solidFill>
                  <a:srgbClr val="746A80"/>
                </a:solidFill>
                <a:latin typeface="Arial"/>
                <a:ea typeface="Arial"/>
                <a:cs typeface="Arial"/>
              </a:defRPr>
            </a:lvl7pPr>
            <a:lvl8pPr>
              <a:buNone/>
              <a:defRPr sz="2025" b="0">
                <a:solidFill>
                  <a:srgbClr val="746A80"/>
                </a:solidFill>
                <a:latin typeface="Arial"/>
                <a:ea typeface="Arial"/>
                <a:cs typeface="Arial"/>
              </a:defRPr>
            </a:lvl8pPr>
            <a:lvl9pPr>
              <a:buNone/>
              <a:defRPr sz="2025" b="0">
                <a:solidFill>
                  <a:srgbClr val="746A80"/>
                </a:solidFill>
                <a:latin typeface="Arial"/>
                <a:ea typeface="Arial"/>
                <a:cs typeface="Arial"/>
              </a:defRPr>
            </a:lvl9pPr>
          </a:lstStyle>
          <a:p xmlns:a="http://schemas.openxmlformats.org/drawingml/2006/main">
            <a:pPr>
              <a:buNone/>
              <a:defRPr sz="2025" b="0">
                <a:solidFill>
                  <a:srgbClr val="746A80"/>
                </a:solidFill>
                <a:latin typeface="Arial"/>
                <a:ea typeface="Arial"/>
                <a:cs typeface="Arial"/>
              </a:defRPr>
            </a:pPr>
            <a:r>
              <a:rPr sz="2025" b="0">
                <a:solidFill>
                  <a:srgbClr val="746A80"/>
                </a:solidFill>
                <a:latin typeface="Arial"/>
                <a:ea typeface="Arial"/>
                <a:cs typeface="Arial"/>
              </a:rPr>
              <a:t>CampusPulse показывает достижимую цель и конкретный план подготовки.</a:t>
            </a:r>
          </a:p>
        </p:txBody>
      </p:sp>
    </p:spTree>
    <p:extLst>
      <p:ext uri="{BB962C8B-B14F-4D97-AF65-F5344CB8AC3E}">
        <p14:creationId xmlns:p14="http://schemas.microsoft.com/office/powerpoint/2010/main" val="819067920"/>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E68C213-62F1-4665-8A0C-67D9F5DBB5C2}"/>
              </a:ext>
            </a:extLst>
          </p:cNvPr>
          <p:cNvSpPr>
            <a:spLocks xmlns:a="http://schemas.openxmlformats.org/drawingml/2006/main" noGrp="1"/>
          </p:cNvSpPr>
          <p:nvPr/>
        </p:nvSpPr>
        <p:spPr>
          <a:xfrm xmlns:a="http://schemas.openxmlformats.org/drawingml/2006/main">
            <a:off x="685800" y="49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B2540"/>
                </a:solidFill>
                <a:latin typeface="Arial"/>
                <a:ea typeface="Arial"/>
                <a:cs typeface="Arial"/>
              </a:defRPr>
            </a:defPPr>
            <a:lvl1pPr>
              <a:buNone/>
              <a:defRPr sz="3450" b="1">
                <a:solidFill>
                  <a:srgbClr val="2B2540"/>
                </a:solidFill>
                <a:latin typeface="Arial"/>
                <a:ea typeface="Arial"/>
                <a:cs typeface="Arial"/>
              </a:defRPr>
            </a:lvl1pPr>
            <a:lvl2pPr>
              <a:buNone/>
              <a:defRPr sz="3450" b="1">
                <a:solidFill>
                  <a:srgbClr val="2B2540"/>
                </a:solidFill>
                <a:latin typeface="Arial"/>
                <a:ea typeface="Arial"/>
                <a:cs typeface="Arial"/>
              </a:defRPr>
            </a:lvl2pPr>
            <a:lvl3pPr>
              <a:buNone/>
              <a:defRPr sz="3450" b="1">
                <a:solidFill>
                  <a:srgbClr val="2B2540"/>
                </a:solidFill>
                <a:latin typeface="Arial"/>
                <a:ea typeface="Arial"/>
                <a:cs typeface="Arial"/>
              </a:defRPr>
            </a:lvl3pPr>
            <a:lvl4pPr>
              <a:buNone/>
              <a:defRPr sz="3450" b="1">
                <a:solidFill>
                  <a:srgbClr val="2B2540"/>
                </a:solidFill>
                <a:latin typeface="Arial"/>
                <a:ea typeface="Arial"/>
                <a:cs typeface="Arial"/>
              </a:defRPr>
            </a:lvl4pPr>
            <a:lvl5pPr>
              <a:buNone/>
              <a:defRPr sz="3450" b="1">
                <a:solidFill>
                  <a:srgbClr val="2B2540"/>
                </a:solidFill>
                <a:latin typeface="Arial"/>
                <a:ea typeface="Arial"/>
                <a:cs typeface="Arial"/>
              </a:defRPr>
            </a:lvl5pPr>
            <a:lvl6pPr>
              <a:buNone/>
              <a:defRPr sz="3450" b="1">
                <a:solidFill>
                  <a:srgbClr val="2B2540"/>
                </a:solidFill>
                <a:latin typeface="Arial"/>
                <a:ea typeface="Arial"/>
                <a:cs typeface="Arial"/>
              </a:defRPr>
            </a:lvl6pPr>
            <a:lvl7pPr>
              <a:buNone/>
              <a:defRPr sz="3450" b="1">
                <a:solidFill>
                  <a:srgbClr val="2B2540"/>
                </a:solidFill>
                <a:latin typeface="Arial"/>
                <a:ea typeface="Arial"/>
                <a:cs typeface="Arial"/>
              </a:defRPr>
            </a:lvl7pPr>
            <a:lvl8pPr>
              <a:buNone/>
              <a:defRPr sz="3450" b="1">
                <a:solidFill>
                  <a:srgbClr val="2B2540"/>
                </a:solidFill>
                <a:latin typeface="Arial"/>
                <a:ea typeface="Arial"/>
                <a:cs typeface="Arial"/>
              </a:defRPr>
            </a:lvl8pPr>
            <a:lvl9pPr>
              <a:buNone/>
              <a:defRPr sz="3450" b="1">
                <a:solidFill>
                  <a:srgbClr val="2B2540"/>
                </a:solidFill>
                <a:latin typeface="Arial"/>
                <a:ea typeface="Arial"/>
                <a:cs typeface="Arial"/>
              </a:defRPr>
            </a:lvl9pPr>
          </a:lstStyle>
          <a:p xmlns:a="http://schemas.openxmlformats.org/drawingml/2006/main">
            <a:pPr>
              <a:buNone/>
              <a:defRPr sz="3450" b="1">
                <a:solidFill>
                  <a:srgbClr val="2B2540"/>
                </a:solidFill>
                <a:latin typeface="Arial"/>
                <a:ea typeface="Arial"/>
                <a:cs typeface="Arial"/>
              </a:defRPr>
            </a:pPr>
            <a:r>
              <a:rPr sz="3450" b="1">
                <a:solidFill>
                  <a:srgbClr val="2B2540"/>
                </a:solidFill>
                <a:latin typeface="Arial"/>
                <a:ea typeface="Arial"/>
                <a:cs typeface="Arial"/>
              </a:rPr>
              <a:t>Предметы и понятный следующий шаг</a:t>
            </a:r>
          </a:p>
        </p:txBody>
      </p:sp>
      <p:sp>
        <p:nvSpPr>
          <p:cNvPr id="2" name="03">
            <a:extLst xmlns:a="http://schemas.openxmlformats.org/drawingml/2006/main">
              <a:ext uri="{FF2B5EF4-FFF2-40B4-BE49-F238E27FC236}">
                <a16:creationId xmlns:a16="http://schemas.microsoft.com/office/drawing/2014/main" id="{8257B36B-F1B2-4319-B26C-23351D59BC58}"/>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746A80"/>
                </a:solidFill>
                <a:latin typeface="Arial"/>
                <a:ea typeface="Arial"/>
                <a:cs typeface="Arial"/>
              </a:defRPr>
            </a:defPPr>
            <a:lvl1pPr algn="r">
              <a:buNone/>
              <a:defRPr sz="1275" b="0">
                <a:solidFill>
                  <a:srgbClr val="746A80"/>
                </a:solidFill>
                <a:latin typeface="Arial"/>
                <a:ea typeface="Arial"/>
                <a:cs typeface="Arial"/>
              </a:defRPr>
            </a:lvl1pPr>
            <a:lvl2pPr algn="r">
              <a:buNone/>
              <a:defRPr sz="1275" b="0">
                <a:solidFill>
                  <a:srgbClr val="746A80"/>
                </a:solidFill>
                <a:latin typeface="Arial"/>
                <a:ea typeface="Arial"/>
                <a:cs typeface="Arial"/>
              </a:defRPr>
            </a:lvl2pPr>
            <a:lvl3pPr algn="r">
              <a:buNone/>
              <a:defRPr sz="1275" b="0">
                <a:solidFill>
                  <a:srgbClr val="746A80"/>
                </a:solidFill>
                <a:latin typeface="Arial"/>
                <a:ea typeface="Arial"/>
                <a:cs typeface="Arial"/>
              </a:defRPr>
            </a:lvl3pPr>
            <a:lvl4pPr algn="r">
              <a:buNone/>
              <a:defRPr sz="1275" b="0">
                <a:solidFill>
                  <a:srgbClr val="746A80"/>
                </a:solidFill>
                <a:latin typeface="Arial"/>
                <a:ea typeface="Arial"/>
                <a:cs typeface="Arial"/>
              </a:defRPr>
            </a:lvl4pPr>
            <a:lvl5pPr algn="r">
              <a:buNone/>
              <a:defRPr sz="1275" b="0">
                <a:solidFill>
                  <a:srgbClr val="746A80"/>
                </a:solidFill>
                <a:latin typeface="Arial"/>
                <a:ea typeface="Arial"/>
                <a:cs typeface="Arial"/>
              </a:defRPr>
            </a:lvl5pPr>
            <a:lvl6pPr algn="r">
              <a:buNone/>
              <a:defRPr sz="1275" b="0">
                <a:solidFill>
                  <a:srgbClr val="746A80"/>
                </a:solidFill>
                <a:latin typeface="Arial"/>
                <a:ea typeface="Arial"/>
                <a:cs typeface="Arial"/>
              </a:defRPr>
            </a:lvl6pPr>
            <a:lvl7pPr algn="r">
              <a:buNone/>
              <a:defRPr sz="1275" b="0">
                <a:solidFill>
                  <a:srgbClr val="746A80"/>
                </a:solidFill>
                <a:latin typeface="Arial"/>
                <a:ea typeface="Arial"/>
                <a:cs typeface="Arial"/>
              </a:defRPr>
            </a:lvl7pPr>
            <a:lvl8pPr algn="r">
              <a:buNone/>
              <a:defRPr sz="1275" b="0">
                <a:solidFill>
                  <a:srgbClr val="746A80"/>
                </a:solidFill>
                <a:latin typeface="Arial"/>
                <a:ea typeface="Arial"/>
                <a:cs typeface="Arial"/>
              </a:defRPr>
            </a:lvl8pPr>
            <a:lvl9pPr algn="r">
              <a:buNone/>
              <a:defRPr sz="1275" b="0">
                <a:solidFill>
                  <a:srgbClr val="746A80"/>
                </a:solidFill>
                <a:latin typeface="Arial"/>
                <a:ea typeface="Arial"/>
                <a:cs typeface="Arial"/>
              </a:defRPr>
            </a:lvl9pPr>
          </a:lstStyle>
          <a:p xmlns:a="http://schemas.openxmlformats.org/drawingml/2006/main">
            <a:pPr algn="r">
              <a:buNone/>
              <a:defRPr sz="1275" b="0">
                <a:solidFill>
                  <a:srgbClr val="746A80"/>
                </a:solidFill>
                <a:latin typeface="Arial"/>
                <a:ea typeface="Arial"/>
                <a:cs typeface="Arial"/>
              </a:defRPr>
            </a:pPr>
            <a:r>
              <a:rPr sz="1275" b="0">
                <a:solidFill>
                  <a:srgbClr val="746A80"/>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4BF5F524-C590-471F-B794-DA192C0B00E1}"/>
              </a:ext>
            </a:extLst>
          </p:cNvPr>
          <p:cNvPicPr>
            <a:picLocks xmlns:a="http://schemas.openxmlformats.org/drawingml/2006/main" noChangeAspect="1"/>
          </p:cNvPicPr>
          <p:nvPr/>
        </p:nvPicPr>
        <p:blipFill>
          <a:blip xmlns:r="http://schemas.openxmlformats.org/officeDocument/2006/relationships" xmlns:a="http://schemas.openxmlformats.org/drawingml/2006/main" r:embed="R71165c3d820f47db"/>
          <a:stretch xmlns:a="http://schemas.openxmlformats.org/drawingml/2006/main"/>
        </p:blipFill>
        <p:spPr>
          <a:xfrm xmlns:a="http://schemas.openxmlformats.org/drawingml/2006/main">
            <a:off x="2608169" y="1362075"/>
            <a:ext cx="6975662" cy="4743450"/>
          </a:xfrm>
          <a:prstGeom xmlns:a="http://schemas.openxmlformats.org/drawingml/2006/main" prst="rect">
            <a:avLst/>
          </a:prstGeom>
        </p:spPr>
      </p:pic>
      <p:sp>
        <p:nvSpPr>
          <p:cNvPr id="4" name="Ближайший учебный блок уже учитывает оценки, ">
            <a:extLst xmlns:a="http://schemas.openxmlformats.org/drawingml/2006/main">
              <a:ext uri="{FF2B5EF4-FFF2-40B4-BE49-F238E27FC236}">
                <a16:creationId xmlns:a16="http://schemas.microsoft.com/office/drawing/2014/main" id="{81A0436A-6002-42E4-8C77-C524A5532BC7}"/>
              </a:ext>
            </a:extLst>
          </p:cNvPr>
          <p:cNvSpPr>
            <a:spLocks xmlns:a="http://schemas.openxmlformats.org/drawingml/2006/main" noGrp="1"/>
          </p:cNvSpPr>
          <p:nvPr/>
        </p:nvSpPr>
        <p:spPr>
          <a:xfrm xmlns:a="http://schemas.openxmlformats.org/drawingml/2006/main">
            <a:off x="685800" y="62007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746A80"/>
                </a:solidFill>
                <a:latin typeface="Arial"/>
                <a:ea typeface="Arial"/>
                <a:cs typeface="Arial"/>
              </a:defRPr>
            </a:defPPr>
            <a:lvl1pPr>
              <a:buNone/>
              <a:defRPr sz="1725" b="0">
                <a:solidFill>
                  <a:srgbClr val="746A80"/>
                </a:solidFill>
                <a:latin typeface="Arial"/>
                <a:ea typeface="Arial"/>
                <a:cs typeface="Arial"/>
              </a:defRPr>
            </a:lvl1pPr>
            <a:lvl2pPr>
              <a:buNone/>
              <a:defRPr sz="1725" b="0">
                <a:solidFill>
                  <a:srgbClr val="746A80"/>
                </a:solidFill>
                <a:latin typeface="Arial"/>
                <a:ea typeface="Arial"/>
                <a:cs typeface="Arial"/>
              </a:defRPr>
            </a:lvl2pPr>
            <a:lvl3pPr>
              <a:buNone/>
              <a:defRPr sz="1725" b="0">
                <a:solidFill>
                  <a:srgbClr val="746A80"/>
                </a:solidFill>
                <a:latin typeface="Arial"/>
                <a:ea typeface="Arial"/>
                <a:cs typeface="Arial"/>
              </a:defRPr>
            </a:lvl3pPr>
            <a:lvl4pPr>
              <a:buNone/>
              <a:defRPr sz="1725" b="0">
                <a:solidFill>
                  <a:srgbClr val="746A80"/>
                </a:solidFill>
                <a:latin typeface="Arial"/>
                <a:ea typeface="Arial"/>
                <a:cs typeface="Arial"/>
              </a:defRPr>
            </a:lvl4pPr>
            <a:lvl5pPr>
              <a:buNone/>
              <a:defRPr sz="1725" b="0">
                <a:solidFill>
                  <a:srgbClr val="746A80"/>
                </a:solidFill>
                <a:latin typeface="Arial"/>
                <a:ea typeface="Arial"/>
                <a:cs typeface="Arial"/>
              </a:defRPr>
            </a:lvl5pPr>
            <a:lvl6pPr>
              <a:buNone/>
              <a:defRPr sz="1725" b="0">
                <a:solidFill>
                  <a:srgbClr val="746A80"/>
                </a:solidFill>
                <a:latin typeface="Arial"/>
                <a:ea typeface="Arial"/>
                <a:cs typeface="Arial"/>
              </a:defRPr>
            </a:lvl6pPr>
            <a:lvl7pPr>
              <a:buNone/>
              <a:defRPr sz="1725" b="0">
                <a:solidFill>
                  <a:srgbClr val="746A80"/>
                </a:solidFill>
                <a:latin typeface="Arial"/>
                <a:ea typeface="Arial"/>
                <a:cs typeface="Arial"/>
              </a:defRPr>
            </a:lvl7pPr>
            <a:lvl8pPr>
              <a:buNone/>
              <a:defRPr sz="1725" b="0">
                <a:solidFill>
                  <a:srgbClr val="746A80"/>
                </a:solidFill>
                <a:latin typeface="Arial"/>
                <a:ea typeface="Arial"/>
                <a:cs typeface="Arial"/>
              </a:defRPr>
            </a:lvl8pPr>
            <a:lvl9pPr>
              <a:buNone/>
              <a:defRPr sz="1725" b="0">
                <a:solidFill>
                  <a:srgbClr val="746A80"/>
                </a:solidFill>
                <a:latin typeface="Arial"/>
                <a:ea typeface="Arial"/>
                <a:cs typeface="Arial"/>
              </a:defRPr>
            </a:lvl9pPr>
          </a:lstStyle>
          <a:p xmlns:a="http://schemas.openxmlformats.org/drawingml/2006/main">
            <a:pPr>
              <a:buNone/>
              <a:defRPr sz="1725" b="0">
                <a:solidFill>
                  <a:srgbClr val="746A80"/>
                </a:solidFill>
                <a:latin typeface="Arial"/>
                <a:ea typeface="Arial"/>
                <a:cs typeface="Arial"/>
              </a:defRPr>
            </a:pPr>
            <a:r>
              <a:rPr sz="1725" b="0">
                <a:solidFill>
                  <a:srgbClr val="746A80"/>
                </a:solidFill>
                <a:latin typeface="Arial"/>
                <a:ea typeface="Arial"/>
                <a:cs typeface="Arial"/>
              </a:rPr>
              <a:t>Общий GPA и приоритеты помогают выбрать, к чему готовиться сначала</a:t>
            </a:r>
          </a:p>
        </p:txBody>
      </p:sp>
    </p:spTree>
    <p:extLst>
      <p:ext uri="{BB962C8B-B14F-4D97-AF65-F5344CB8AC3E}">
        <p14:creationId xmlns:p14="http://schemas.microsoft.com/office/powerpoint/2010/main" val="1738767258"/>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4F4780D-14C2-44C7-88A0-8497C2FED6E7}"/>
              </a:ext>
            </a:extLst>
          </p:cNvPr>
          <p:cNvSpPr>
            <a:spLocks xmlns:a="http://schemas.openxmlformats.org/drawingml/2006/main" noGrp="1"/>
          </p:cNvSpPr>
          <p:nvPr/>
        </p:nvSpPr>
        <p:spPr>
          <a:xfrm xmlns:a="http://schemas.openxmlformats.org/drawingml/2006/main">
            <a:off x="685800" y="49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B2540"/>
                </a:solidFill>
                <a:latin typeface="Arial"/>
                <a:ea typeface="Arial"/>
                <a:cs typeface="Arial"/>
              </a:defRPr>
            </a:defPPr>
            <a:lvl1pPr>
              <a:buNone/>
              <a:defRPr sz="3450" b="1">
                <a:solidFill>
                  <a:srgbClr val="2B2540"/>
                </a:solidFill>
                <a:latin typeface="Arial"/>
                <a:ea typeface="Arial"/>
                <a:cs typeface="Arial"/>
              </a:defRPr>
            </a:lvl1pPr>
            <a:lvl2pPr>
              <a:buNone/>
              <a:defRPr sz="3450" b="1">
                <a:solidFill>
                  <a:srgbClr val="2B2540"/>
                </a:solidFill>
                <a:latin typeface="Arial"/>
                <a:ea typeface="Arial"/>
                <a:cs typeface="Arial"/>
              </a:defRPr>
            </a:lvl2pPr>
            <a:lvl3pPr>
              <a:buNone/>
              <a:defRPr sz="3450" b="1">
                <a:solidFill>
                  <a:srgbClr val="2B2540"/>
                </a:solidFill>
                <a:latin typeface="Arial"/>
                <a:ea typeface="Arial"/>
                <a:cs typeface="Arial"/>
              </a:defRPr>
            </a:lvl3pPr>
            <a:lvl4pPr>
              <a:buNone/>
              <a:defRPr sz="3450" b="1">
                <a:solidFill>
                  <a:srgbClr val="2B2540"/>
                </a:solidFill>
                <a:latin typeface="Arial"/>
                <a:ea typeface="Arial"/>
                <a:cs typeface="Arial"/>
              </a:defRPr>
            </a:lvl4pPr>
            <a:lvl5pPr>
              <a:buNone/>
              <a:defRPr sz="3450" b="1">
                <a:solidFill>
                  <a:srgbClr val="2B2540"/>
                </a:solidFill>
                <a:latin typeface="Arial"/>
                <a:ea typeface="Arial"/>
                <a:cs typeface="Arial"/>
              </a:defRPr>
            </a:lvl5pPr>
            <a:lvl6pPr>
              <a:buNone/>
              <a:defRPr sz="3450" b="1">
                <a:solidFill>
                  <a:srgbClr val="2B2540"/>
                </a:solidFill>
                <a:latin typeface="Arial"/>
                <a:ea typeface="Arial"/>
                <a:cs typeface="Arial"/>
              </a:defRPr>
            </a:lvl6pPr>
            <a:lvl7pPr>
              <a:buNone/>
              <a:defRPr sz="3450" b="1">
                <a:solidFill>
                  <a:srgbClr val="2B2540"/>
                </a:solidFill>
                <a:latin typeface="Arial"/>
                <a:ea typeface="Arial"/>
                <a:cs typeface="Arial"/>
              </a:defRPr>
            </a:lvl7pPr>
            <a:lvl8pPr>
              <a:buNone/>
              <a:defRPr sz="3450" b="1">
                <a:solidFill>
                  <a:srgbClr val="2B2540"/>
                </a:solidFill>
                <a:latin typeface="Arial"/>
                <a:ea typeface="Arial"/>
                <a:cs typeface="Arial"/>
              </a:defRPr>
            </a:lvl8pPr>
            <a:lvl9pPr>
              <a:buNone/>
              <a:defRPr sz="3450" b="1">
                <a:solidFill>
                  <a:srgbClr val="2B2540"/>
                </a:solidFill>
                <a:latin typeface="Arial"/>
                <a:ea typeface="Arial"/>
                <a:cs typeface="Arial"/>
              </a:defRPr>
            </a:lvl9pPr>
          </a:lstStyle>
          <a:p xmlns:a="http://schemas.openxmlformats.org/drawingml/2006/main">
            <a:pPr>
              <a:buNone/>
              <a:defRPr sz="3450" b="1">
                <a:solidFill>
                  <a:srgbClr val="2B2540"/>
                </a:solidFill>
                <a:latin typeface="Arial"/>
                <a:ea typeface="Arial"/>
                <a:cs typeface="Arial"/>
              </a:defRPr>
            </a:pPr>
            <a:r>
              <a:rPr sz="3450" b="1">
                <a:solidFill>
                  <a:srgbClr val="2B2540"/>
                </a:solidFill>
                <a:latin typeface="Arial"/>
                <a:ea typeface="Arial"/>
                <a:cs typeface="Arial"/>
              </a:rPr>
              <a:t>Вес каждой работы</a:t>
            </a:r>
          </a:p>
        </p:txBody>
      </p:sp>
      <p:sp>
        <p:nvSpPr>
          <p:cNvPr id="2" name="04">
            <a:extLst xmlns:a="http://schemas.openxmlformats.org/drawingml/2006/main">
              <a:ext uri="{FF2B5EF4-FFF2-40B4-BE49-F238E27FC236}">
                <a16:creationId xmlns:a16="http://schemas.microsoft.com/office/drawing/2014/main" id="{57AB4C1D-F6BE-42DD-A4C3-41D551695C0A}"/>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746A80"/>
                </a:solidFill>
                <a:latin typeface="Arial"/>
                <a:ea typeface="Arial"/>
                <a:cs typeface="Arial"/>
              </a:defRPr>
            </a:defPPr>
            <a:lvl1pPr algn="r">
              <a:buNone/>
              <a:defRPr sz="1275" b="0">
                <a:solidFill>
                  <a:srgbClr val="746A80"/>
                </a:solidFill>
                <a:latin typeface="Arial"/>
                <a:ea typeface="Arial"/>
                <a:cs typeface="Arial"/>
              </a:defRPr>
            </a:lvl1pPr>
            <a:lvl2pPr algn="r">
              <a:buNone/>
              <a:defRPr sz="1275" b="0">
                <a:solidFill>
                  <a:srgbClr val="746A80"/>
                </a:solidFill>
                <a:latin typeface="Arial"/>
                <a:ea typeface="Arial"/>
                <a:cs typeface="Arial"/>
              </a:defRPr>
            </a:lvl2pPr>
            <a:lvl3pPr algn="r">
              <a:buNone/>
              <a:defRPr sz="1275" b="0">
                <a:solidFill>
                  <a:srgbClr val="746A80"/>
                </a:solidFill>
                <a:latin typeface="Arial"/>
                <a:ea typeface="Arial"/>
                <a:cs typeface="Arial"/>
              </a:defRPr>
            </a:lvl3pPr>
            <a:lvl4pPr algn="r">
              <a:buNone/>
              <a:defRPr sz="1275" b="0">
                <a:solidFill>
                  <a:srgbClr val="746A80"/>
                </a:solidFill>
                <a:latin typeface="Arial"/>
                <a:ea typeface="Arial"/>
                <a:cs typeface="Arial"/>
              </a:defRPr>
            </a:lvl4pPr>
            <a:lvl5pPr algn="r">
              <a:buNone/>
              <a:defRPr sz="1275" b="0">
                <a:solidFill>
                  <a:srgbClr val="746A80"/>
                </a:solidFill>
                <a:latin typeface="Arial"/>
                <a:ea typeface="Arial"/>
                <a:cs typeface="Arial"/>
              </a:defRPr>
            </a:lvl5pPr>
            <a:lvl6pPr algn="r">
              <a:buNone/>
              <a:defRPr sz="1275" b="0">
                <a:solidFill>
                  <a:srgbClr val="746A80"/>
                </a:solidFill>
                <a:latin typeface="Arial"/>
                <a:ea typeface="Arial"/>
                <a:cs typeface="Arial"/>
              </a:defRPr>
            </a:lvl6pPr>
            <a:lvl7pPr algn="r">
              <a:buNone/>
              <a:defRPr sz="1275" b="0">
                <a:solidFill>
                  <a:srgbClr val="746A80"/>
                </a:solidFill>
                <a:latin typeface="Arial"/>
                <a:ea typeface="Arial"/>
                <a:cs typeface="Arial"/>
              </a:defRPr>
            </a:lvl7pPr>
            <a:lvl8pPr algn="r">
              <a:buNone/>
              <a:defRPr sz="1275" b="0">
                <a:solidFill>
                  <a:srgbClr val="746A80"/>
                </a:solidFill>
                <a:latin typeface="Arial"/>
                <a:ea typeface="Arial"/>
                <a:cs typeface="Arial"/>
              </a:defRPr>
            </a:lvl8pPr>
            <a:lvl9pPr algn="r">
              <a:buNone/>
              <a:defRPr sz="1275" b="0">
                <a:solidFill>
                  <a:srgbClr val="746A80"/>
                </a:solidFill>
                <a:latin typeface="Arial"/>
                <a:ea typeface="Arial"/>
                <a:cs typeface="Arial"/>
              </a:defRPr>
            </a:lvl9pPr>
          </a:lstStyle>
          <a:p xmlns:a="http://schemas.openxmlformats.org/drawingml/2006/main">
            <a:pPr algn="r">
              <a:buNone/>
              <a:defRPr sz="1275" b="0">
                <a:solidFill>
                  <a:srgbClr val="746A80"/>
                </a:solidFill>
                <a:latin typeface="Arial"/>
                <a:ea typeface="Arial"/>
                <a:cs typeface="Arial"/>
              </a:defRPr>
            </a:pPr>
            <a:r>
              <a:rPr sz="1275" b="0">
                <a:solidFill>
                  <a:srgbClr val="746A80"/>
                </a:solidFill>
                <a:latin typeface="Arial"/>
                <a:ea typeface="Arial"/>
                <a:cs typeface="Arial"/>
              </a:rPr>
              <a:t>04</a:t>
            </a:r>
          </a:p>
        </p:txBody>
      </p:sp>
      <p:sp>
        <p:nvSpPr>
          <p:cNvPr id="3" name="High Performance Computing, 5 кредитов">
            <a:extLst xmlns:a="http://schemas.openxmlformats.org/drawingml/2006/main">
              <a:ext uri="{FF2B5EF4-FFF2-40B4-BE49-F238E27FC236}">
                <a16:creationId xmlns:a16="http://schemas.microsoft.com/office/drawing/2014/main" id="{14DBE4A3-398D-4888-AC1D-89A4936958E7}"/>
              </a:ext>
            </a:extLst>
          </p:cNvPr>
          <p:cNvSpPr>
            <a:spLocks xmlns:a="http://schemas.openxmlformats.org/drawingml/2006/main" noGrp="1"/>
          </p:cNvSpPr>
          <p:nvPr/>
        </p:nvSpPr>
        <p:spPr>
          <a:xfrm xmlns:a="http://schemas.openxmlformats.org/drawingml/2006/main">
            <a:off x="685800" y="12573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746A80"/>
                </a:solidFill>
                <a:latin typeface="Arial"/>
                <a:ea typeface="Arial"/>
                <a:cs typeface="Arial"/>
              </a:defRPr>
            </a:defPPr>
            <a:lvl1pPr>
              <a:buNone/>
              <a:defRPr sz="2025" b="0">
                <a:solidFill>
                  <a:srgbClr val="746A80"/>
                </a:solidFill>
                <a:latin typeface="Arial"/>
                <a:ea typeface="Arial"/>
                <a:cs typeface="Arial"/>
              </a:defRPr>
            </a:lvl1pPr>
            <a:lvl2pPr>
              <a:buNone/>
              <a:defRPr sz="2025" b="0">
                <a:solidFill>
                  <a:srgbClr val="746A80"/>
                </a:solidFill>
                <a:latin typeface="Arial"/>
                <a:ea typeface="Arial"/>
                <a:cs typeface="Arial"/>
              </a:defRPr>
            </a:lvl2pPr>
            <a:lvl3pPr>
              <a:buNone/>
              <a:defRPr sz="2025" b="0">
                <a:solidFill>
                  <a:srgbClr val="746A80"/>
                </a:solidFill>
                <a:latin typeface="Arial"/>
                <a:ea typeface="Arial"/>
                <a:cs typeface="Arial"/>
              </a:defRPr>
            </a:lvl3pPr>
            <a:lvl4pPr>
              <a:buNone/>
              <a:defRPr sz="2025" b="0">
                <a:solidFill>
                  <a:srgbClr val="746A80"/>
                </a:solidFill>
                <a:latin typeface="Arial"/>
                <a:ea typeface="Arial"/>
                <a:cs typeface="Arial"/>
              </a:defRPr>
            </a:lvl4pPr>
            <a:lvl5pPr>
              <a:buNone/>
              <a:defRPr sz="2025" b="0">
                <a:solidFill>
                  <a:srgbClr val="746A80"/>
                </a:solidFill>
                <a:latin typeface="Arial"/>
                <a:ea typeface="Arial"/>
                <a:cs typeface="Arial"/>
              </a:defRPr>
            </a:lvl5pPr>
            <a:lvl6pPr>
              <a:buNone/>
              <a:defRPr sz="2025" b="0">
                <a:solidFill>
                  <a:srgbClr val="746A80"/>
                </a:solidFill>
                <a:latin typeface="Arial"/>
                <a:ea typeface="Arial"/>
                <a:cs typeface="Arial"/>
              </a:defRPr>
            </a:lvl6pPr>
            <a:lvl7pPr>
              <a:buNone/>
              <a:defRPr sz="2025" b="0">
                <a:solidFill>
                  <a:srgbClr val="746A80"/>
                </a:solidFill>
                <a:latin typeface="Arial"/>
                <a:ea typeface="Arial"/>
                <a:cs typeface="Arial"/>
              </a:defRPr>
            </a:lvl7pPr>
            <a:lvl8pPr>
              <a:buNone/>
              <a:defRPr sz="2025" b="0">
                <a:solidFill>
                  <a:srgbClr val="746A80"/>
                </a:solidFill>
                <a:latin typeface="Arial"/>
                <a:ea typeface="Arial"/>
                <a:cs typeface="Arial"/>
              </a:defRPr>
            </a:lvl8pPr>
            <a:lvl9pPr>
              <a:buNone/>
              <a:defRPr sz="2025" b="0">
                <a:solidFill>
                  <a:srgbClr val="746A80"/>
                </a:solidFill>
                <a:latin typeface="Arial"/>
                <a:ea typeface="Arial"/>
                <a:cs typeface="Arial"/>
              </a:defRPr>
            </a:lvl9pPr>
          </a:lstStyle>
          <a:p xmlns:a="http://schemas.openxmlformats.org/drawingml/2006/main">
            <a:pPr>
              <a:buNone/>
              <a:defRPr sz="2025" b="0">
                <a:solidFill>
                  <a:srgbClr val="746A80"/>
                </a:solidFill>
                <a:latin typeface="Arial"/>
                <a:ea typeface="Arial"/>
                <a:cs typeface="Arial"/>
              </a:defRPr>
            </a:pPr>
            <a:r>
              <a:rPr sz="2025" b="0">
                <a:solidFill>
                  <a:srgbClr val="746A80"/>
                </a:solidFill>
                <a:latin typeface="Arial"/>
                <a:ea typeface="Arial"/>
                <a:cs typeface="Arial"/>
              </a:rPr>
              <a:t>High Performance Computing, 5 кредитов</a:t>
            </a:r>
          </a:p>
        </p:txBody>
      </p:sp>
      <p:graphicFrame>
        <p:nvGraphicFramePr>
          <p:cNvPr id="4" name="">
            <a:extLst xmlns:a="http://schemas.openxmlformats.org/drawingml/2006/main">
              <a:ext uri="{FF2B5EF4-FFF2-40B4-BE49-F238E27FC236}">
                <a16:creationId xmlns:a16="http://schemas.microsoft.com/office/drawing/2014/main" id="{BE0A0F7D-BA96-4706-905E-6EF8F03CA9AB}"/>
              </a:ext>
            </a:extLst>
          </p:cNvPr>
          <p:cNvGraphicFramePr/>
          <p:nvPr/>
        </p:nvGraphicFramePr>
        <p:xfrm>
          <a:off xmlns:a="http://schemas.openxmlformats.org/drawingml/2006/main" x="685800" y="1847850"/>
          <a:ext xmlns:a="http://schemas.openxmlformats.org/drawingml/2006/main" cx="10820400" cy="3657600"/>
        </p:xfrm>
        <a:graphic xmlns:a="http://schemas.openxmlformats.org/drawingml/2006/main">
          <a:graphicData uri="http://schemas.openxmlformats.org/drawingml/2006/table">
            <a:tbl>
              <a:tblPr firstRow="1" bandRow="0"/>
              <a:tblGrid>
                <a:gridCol w="3333750"/>
                <a:gridCol w="4724400"/>
                <a:gridCol w="2762250"/>
              </a:tblGrid>
              <a:tr h="457200">
                <a:tc>
                  <a:txBody>
                    <a:bodyPr lIns="133350" tIns="66675" rIns="95250" bIns="66675"/>
                    <a:lstStyle/>
                    <a:p>
                      <a:r>
                        <a:rPr sz="1800" b="1">
                          <a:solidFill>
                            <a:srgbClr val="FFFFFF"/>
                          </a:solidFill>
                          <a:latin typeface="Arial"/>
                          <a:ea typeface="Arial"/>
                          <a:cs typeface="Arial"/>
                        </a:rPr>
                        <a:t>Работа</a:t>
                      </a:r>
                    </a:p>
                  </a:txBody>
                  <a:tcPr marL="91440" marR="91440" marT="45720" marB="45720" anchor="ctr">
                    <a:lnL w="5715">
                      <a:solidFill>
                        <a:srgbClr val="D8D0E1"/>
                      </a:solidFill>
                      <a:prstDash val="solid"/>
                    </a:lnL>
                    <a:lnR w="5715">
                      <a:solidFill>
                        <a:srgbClr val="D8D0E1"/>
                      </a:solidFill>
                      <a:prstDash val="solid"/>
                    </a:lnR>
                    <a:lnT w="5715">
                      <a:solidFill>
                        <a:srgbClr val="D8D0E1"/>
                      </a:solidFill>
                      <a:prstDash val="solid"/>
                    </a:lnT>
                    <a:lnB w="5715">
                      <a:solidFill>
                        <a:srgbClr val="D8D0E1"/>
                      </a:solidFill>
                      <a:prstDash val="solid"/>
                    </a:lnB>
                    <a:solidFill>
                      <a:srgbClr val="6746BB"/>
                    </a:solidFill>
                  </a:tcPr>
                </a:tc>
                <a:tc>
                  <a:txBody>
                    <a:bodyPr lIns="133350" tIns="66675" rIns="95250" bIns="66675"/>
                    <a:lstStyle/>
                    <a:p>
                      <a:r>
                        <a:rPr sz="1800" b="1">
                          <a:solidFill>
                            <a:srgbClr val="FFFFFF"/>
                          </a:solidFill>
                          <a:latin typeface="Arial"/>
                          <a:ea typeface="Arial"/>
                          <a:cs typeface="Arial"/>
                        </a:rPr>
                        <a:t>Внутри этапа</a:t>
                      </a:r>
                    </a:p>
                  </a:txBody>
                  <a:tcPr marL="91440" marR="91440" marT="45720" marB="45720" anchor="ctr">
                    <a:lnR w="5715">
                      <a:solidFill>
                        <a:srgbClr val="D8D0E1"/>
                      </a:solidFill>
                      <a:prstDash val="solid"/>
                    </a:lnR>
                    <a:lnT w="5715">
                      <a:solidFill>
                        <a:srgbClr val="D8D0E1"/>
                      </a:solidFill>
                      <a:prstDash val="solid"/>
                    </a:lnT>
                    <a:lnB w="5715">
                      <a:solidFill>
                        <a:srgbClr val="D8D0E1"/>
                      </a:solidFill>
                      <a:prstDash val="solid"/>
                    </a:lnB>
                    <a:solidFill>
                      <a:srgbClr val="6746BB"/>
                    </a:solidFill>
                  </a:tcPr>
                </a:tc>
                <a:tc>
                  <a:txBody>
                    <a:bodyPr lIns="133350" tIns="66675" rIns="95250" bIns="66675"/>
                    <a:lstStyle/>
                    <a:p>
                      <a:r>
                        <a:rPr sz="1800" b="1">
                          <a:solidFill>
                            <a:srgbClr val="FFFFFF"/>
                          </a:solidFill>
                          <a:latin typeface="Arial"/>
                          <a:ea typeface="Arial"/>
                          <a:cs typeface="Arial"/>
                        </a:rPr>
                        <a:t>Вклад в итог, %</a:t>
                      </a:r>
                    </a:p>
                  </a:txBody>
                  <a:tcPr marL="91440" marR="91440" marT="45720" marB="45720" anchor="ctr">
                    <a:lnR w="5715">
                      <a:solidFill>
                        <a:srgbClr val="D8D0E1"/>
                      </a:solidFill>
                      <a:prstDash val="solid"/>
                    </a:lnR>
                    <a:lnT w="5715">
                      <a:solidFill>
                        <a:srgbClr val="D8D0E1"/>
                      </a:solidFill>
                      <a:prstDash val="solid"/>
                    </a:lnT>
                    <a:lnB w="5715">
                      <a:solidFill>
                        <a:srgbClr val="D8D0E1"/>
                      </a:solidFill>
                      <a:prstDash val="solid"/>
                    </a:lnB>
                    <a:solidFill>
                      <a:srgbClr val="6746BB"/>
                    </a:solidFill>
                  </a:tcPr>
                </a:tc>
              </a:tr>
              <a:tr h="457200">
                <a:tc>
                  <a:txBody>
                    <a:bodyPr lIns="133350" tIns="66675" rIns="95250" bIns="66675"/>
                    <a:lstStyle/>
                    <a:p>
                      <a:r>
                        <a:rPr sz="1800" b="0">
                          <a:solidFill>
                            <a:srgbClr val="2B2540"/>
                          </a:solidFill>
                          <a:latin typeface="Arial"/>
                          <a:ea typeface="Arial"/>
                          <a:cs typeface="Arial"/>
                        </a:rPr>
                        <a:t>Assignment 1</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40% от 1-й аттестации</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12</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r h="457200">
                <a:tc>
                  <a:txBody>
                    <a:bodyPr lIns="133350" tIns="66675" rIns="95250" bIns="66675"/>
                    <a:lstStyle/>
                    <a:p>
                      <a:r>
                        <a:rPr sz="1800" b="0">
                          <a:solidFill>
                            <a:srgbClr val="2B2540"/>
                          </a:solidFill>
                          <a:latin typeface="Arial"/>
                          <a:ea typeface="Arial"/>
                          <a:cs typeface="Arial"/>
                        </a:rPr>
                        <a:t>Midterm</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60% от 1-й аттестации</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18</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r h="457200">
                <a:tc>
                  <a:txBody>
                    <a:bodyPr lIns="133350" tIns="66675" rIns="95250" bIns="66675"/>
                    <a:lstStyle/>
                    <a:p>
                      <a:r>
                        <a:rPr sz="1800" b="0">
                          <a:solidFill>
                            <a:srgbClr val="2B2540"/>
                          </a:solidFill>
                          <a:latin typeface="Arial"/>
                          <a:ea typeface="Arial"/>
                          <a:cs typeface="Arial"/>
                        </a:rPr>
                        <a:t>Assignment 2</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20% от 2-й аттестации</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6</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r h="457200">
                <a:tc>
                  <a:txBody>
                    <a:bodyPr lIns="133350" tIns="66675" rIns="95250" bIns="66675"/>
                    <a:lstStyle/>
                    <a:p>
                      <a:r>
                        <a:rPr sz="1800" b="0">
                          <a:solidFill>
                            <a:srgbClr val="2B2540"/>
                          </a:solidFill>
                          <a:latin typeface="Arial"/>
                          <a:ea typeface="Arial"/>
                          <a:cs typeface="Arial"/>
                        </a:rPr>
                        <a:t>Assignment 3</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20% от 2-й аттестации</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6</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r h="457200">
                <a:tc>
                  <a:txBody>
                    <a:bodyPr lIns="133350" tIns="66675" rIns="95250" bIns="66675"/>
                    <a:lstStyle/>
                    <a:p>
                      <a:r>
                        <a:rPr sz="1800" b="0">
                          <a:solidFill>
                            <a:srgbClr val="2B2540"/>
                          </a:solidFill>
                          <a:latin typeface="Arial"/>
                          <a:ea typeface="Arial"/>
                          <a:cs typeface="Arial"/>
                        </a:rPr>
                        <a:t>Endterm</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60% от 2-й аттестации</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18</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r h="457200">
                <a:tc>
                  <a:txBody>
                    <a:bodyPr lIns="133350" tIns="66675" rIns="95250" bIns="66675"/>
                    <a:lstStyle/>
                    <a:p>
                      <a:r>
                        <a:rPr sz="1800" b="0">
                          <a:solidFill>
                            <a:srgbClr val="2B2540"/>
                          </a:solidFill>
                          <a:latin typeface="Arial"/>
                          <a:ea typeface="Arial"/>
                          <a:cs typeface="Arial"/>
                        </a:rPr>
                        <a:t>Final exam</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100% финального экзамена</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40</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r h="457200">
                <a:tc>
                  <a:txBody>
                    <a:bodyPr lIns="114300" tIns="114300" rIns="114300" bIns="114300"/>
                    <a:lstStyle/>
                    <a:p>
                      <a:r>
                        <a:rPr sz="1800" b="1">
                          <a:solidFill>
                            <a:srgbClr val="6746BB"/>
                          </a:solidFill>
                          <a:latin typeface="Arial"/>
                          <a:ea typeface="Arial"/>
                          <a:cs typeface="Arial"/>
                        </a:rPr>
                        <a:t>Всего</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14300" tIns="114300" rIns="114300" bIns="114300"/>
                    <a:lstStyle/>
                    <a:p>
                      <a:r>
                        <a:rPr sz="1800" b="1">
                          <a:solidFill>
                            <a:srgbClr val="6746BB"/>
                          </a:solidFill>
                          <a:latin typeface="Arial"/>
                          <a:ea typeface="Arial"/>
                          <a:cs typeface="Arial"/>
                        </a:rPr>
                        <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14300" tIns="114300" rIns="114300" bIns="114300"/>
                    <a:lstStyle/>
                    <a:p>
                      <a:r>
                        <a:rPr sz="1800" b="1">
                          <a:solidFill>
                            <a:srgbClr val="6746BB"/>
                          </a:solidFill>
                          <a:latin typeface="Arial"/>
                          <a:ea typeface="Arial"/>
                          <a:cs typeface="Arial"/>
                        </a:rPr>
                        <a:t>100</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bl>
          </a:graphicData>
        </a:graphic>
      </p:graphicFrame>
      <p:sp>
        <p:nvSpPr>
          <p:cNvPr id="5" name="Итог = 0,3 × Аттестация 1 + 0,3 × Аттестация ">
            <a:extLst xmlns:a="http://schemas.openxmlformats.org/drawingml/2006/main">
              <a:ext uri="{FF2B5EF4-FFF2-40B4-BE49-F238E27FC236}">
                <a16:creationId xmlns:a16="http://schemas.microsoft.com/office/drawing/2014/main" id="{E64D36AF-E46B-4715-ADBE-342A5CD56935}"/>
              </a:ext>
            </a:extLst>
          </p:cNvPr>
          <p:cNvSpPr>
            <a:spLocks xmlns:a="http://schemas.openxmlformats.org/drawingml/2006/main" noGrp="1"/>
          </p:cNvSpPr>
          <p:nvPr/>
        </p:nvSpPr>
        <p:spPr>
          <a:xfrm xmlns:a="http://schemas.openxmlformats.org/drawingml/2006/main">
            <a:off x="685800" y="57912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6746BB"/>
                </a:solidFill>
                <a:latin typeface="Arial"/>
                <a:ea typeface="Arial"/>
                <a:cs typeface="Arial"/>
              </a:defRPr>
            </a:defPPr>
            <a:lvl1pPr>
              <a:buNone/>
              <a:defRPr sz="2025" b="1">
                <a:solidFill>
                  <a:srgbClr val="6746BB"/>
                </a:solidFill>
                <a:latin typeface="Arial"/>
                <a:ea typeface="Arial"/>
                <a:cs typeface="Arial"/>
              </a:defRPr>
            </a:lvl1pPr>
            <a:lvl2pPr>
              <a:buNone/>
              <a:defRPr sz="2025" b="1">
                <a:solidFill>
                  <a:srgbClr val="6746BB"/>
                </a:solidFill>
                <a:latin typeface="Arial"/>
                <a:ea typeface="Arial"/>
                <a:cs typeface="Arial"/>
              </a:defRPr>
            </a:lvl2pPr>
            <a:lvl3pPr>
              <a:buNone/>
              <a:defRPr sz="2025" b="1">
                <a:solidFill>
                  <a:srgbClr val="6746BB"/>
                </a:solidFill>
                <a:latin typeface="Arial"/>
                <a:ea typeface="Arial"/>
                <a:cs typeface="Arial"/>
              </a:defRPr>
            </a:lvl3pPr>
            <a:lvl4pPr>
              <a:buNone/>
              <a:defRPr sz="2025" b="1">
                <a:solidFill>
                  <a:srgbClr val="6746BB"/>
                </a:solidFill>
                <a:latin typeface="Arial"/>
                <a:ea typeface="Arial"/>
                <a:cs typeface="Arial"/>
              </a:defRPr>
            </a:lvl4pPr>
            <a:lvl5pPr>
              <a:buNone/>
              <a:defRPr sz="2025" b="1">
                <a:solidFill>
                  <a:srgbClr val="6746BB"/>
                </a:solidFill>
                <a:latin typeface="Arial"/>
                <a:ea typeface="Arial"/>
                <a:cs typeface="Arial"/>
              </a:defRPr>
            </a:lvl5pPr>
            <a:lvl6pPr>
              <a:buNone/>
              <a:defRPr sz="2025" b="1">
                <a:solidFill>
                  <a:srgbClr val="6746BB"/>
                </a:solidFill>
                <a:latin typeface="Arial"/>
                <a:ea typeface="Arial"/>
                <a:cs typeface="Arial"/>
              </a:defRPr>
            </a:lvl6pPr>
            <a:lvl7pPr>
              <a:buNone/>
              <a:defRPr sz="2025" b="1">
                <a:solidFill>
                  <a:srgbClr val="6746BB"/>
                </a:solidFill>
                <a:latin typeface="Arial"/>
                <a:ea typeface="Arial"/>
                <a:cs typeface="Arial"/>
              </a:defRPr>
            </a:lvl7pPr>
            <a:lvl8pPr>
              <a:buNone/>
              <a:defRPr sz="2025" b="1">
                <a:solidFill>
                  <a:srgbClr val="6746BB"/>
                </a:solidFill>
                <a:latin typeface="Arial"/>
                <a:ea typeface="Arial"/>
                <a:cs typeface="Arial"/>
              </a:defRPr>
            </a:lvl8pPr>
            <a:lvl9pPr>
              <a:buNone/>
              <a:defRPr sz="2025" b="1">
                <a:solidFill>
                  <a:srgbClr val="6746BB"/>
                </a:solidFill>
                <a:latin typeface="Arial"/>
                <a:ea typeface="Arial"/>
                <a:cs typeface="Arial"/>
              </a:defRPr>
            </a:lvl9pPr>
          </a:lstStyle>
          <a:p xmlns:a="http://schemas.openxmlformats.org/drawingml/2006/main">
            <a:pPr>
              <a:buNone/>
              <a:defRPr sz="2025" b="1">
                <a:solidFill>
                  <a:srgbClr val="6746BB"/>
                </a:solidFill>
                <a:latin typeface="Arial"/>
                <a:ea typeface="Arial"/>
                <a:cs typeface="Arial"/>
              </a:defRPr>
            </a:pPr>
            <a:r>
              <a:rPr sz="2025" b="1">
                <a:solidFill>
                  <a:srgbClr val="6746BB"/>
                </a:solidFill>
                <a:latin typeface="Arial"/>
                <a:ea typeface="Arial"/>
                <a:cs typeface="Arial"/>
              </a:rPr>
              <a:t>Итог = 0,3 × Аттестация 1 + 0,3 × Аттестация 2 + 0,4 × Final</a:t>
            </a:r>
          </a:p>
        </p:txBody>
      </p:sp>
    </p:spTree>
    <p:extLst>
      <p:ext uri="{BB962C8B-B14F-4D97-AF65-F5344CB8AC3E}">
        <p14:creationId xmlns:p14="http://schemas.microsoft.com/office/powerpoint/2010/main" val="1542823192"/>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4EE7E547-FCFD-4689-B573-3B27F5BAE858}"/>
              </a:ext>
            </a:extLst>
          </p:cNvPr>
          <p:cNvSpPr>
            <a:spLocks xmlns:a="http://schemas.openxmlformats.org/drawingml/2006/main" noGrp="1"/>
          </p:cNvSpPr>
          <p:nvPr/>
        </p:nvSpPr>
        <p:spPr>
          <a:xfrm xmlns:a="http://schemas.openxmlformats.org/drawingml/2006/main">
            <a:off x="685800" y="49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B2540"/>
                </a:solidFill>
                <a:latin typeface="Arial"/>
                <a:ea typeface="Arial"/>
                <a:cs typeface="Arial"/>
              </a:defRPr>
            </a:defPPr>
            <a:lvl1pPr>
              <a:buNone/>
              <a:defRPr sz="3450" b="1">
                <a:solidFill>
                  <a:srgbClr val="2B2540"/>
                </a:solidFill>
                <a:latin typeface="Arial"/>
                <a:ea typeface="Arial"/>
                <a:cs typeface="Arial"/>
              </a:defRPr>
            </a:lvl1pPr>
            <a:lvl2pPr>
              <a:buNone/>
              <a:defRPr sz="3450" b="1">
                <a:solidFill>
                  <a:srgbClr val="2B2540"/>
                </a:solidFill>
                <a:latin typeface="Arial"/>
                <a:ea typeface="Arial"/>
                <a:cs typeface="Arial"/>
              </a:defRPr>
            </a:lvl2pPr>
            <a:lvl3pPr>
              <a:buNone/>
              <a:defRPr sz="3450" b="1">
                <a:solidFill>
                  <a:srgbClr val="2B2540"/>
                </a:solidFill>
                <a:latin typeface="Arial"/>
                <a:ea typeface="Arial"/>
                <a:cs typeface="Arial"/>
              </a:defRPr>
            </a:lvl3pPr>
            <a:lvl4pPr>
              <a:buNone/>
              <a:defRPr sz="3450" b="1">
                <a:solidFill>
                  <a:srgbClr val="2B2540"/>
                </a:solidFill>
                <a:latin typeface="Arial"/>
                <a:ea typeface="Arial"/>
                <a:cs typeface="Arial"/>
              </a:defRPr>
            </a:lvl4pPr>
            <a:lvl5pPr>
              <a:buNone/>
              <a:defRPr sz="3450" b="1">
                <a:solidFill>
                  <a:srgbClr val="2B2540"/>
                </a:solidFill>
                <a:latin typeface="Arial"/>
                <a:ea typeface="Arial"/>
                <a:cs typeface="Arial"/>
              </a:defRPr>
            </a:lvl5pPr>
            <a:lvl6pPr>
              <a:buNone/>
              <a:defRPr sz="3450" b="1">
                <a:solidFill>
                  <a:srgbClr val="2B2540"/>
                </a:solidFill>
                <a:latin typeface="Arial"/>
                <a:ea typeface="Arial"/>
                <a:cs typeface="Arial"/>
              </a:defRPr>
            </a:lvl6pPr>
            <a:lvl7pPr>
              <a:buNone/>
              <a:defRPr sz="3450" b="1">
                <a:solidFill>
                  <a:srgbClr val="2B2540"/>
                </a:solidFill>
                <a:latin typeface="Arial"/>
                <a:ea typeface="Arial"/>
                <a:cs typeface="Arial"/>
              </a:defRPr>
            </a:lvl7pPr>
            <a:lvl8pPr>
              <a:buNone/>
              <a:defRPr sz="3450" b="1">
                <a:solidFill>
                  <a:srgbClr val="2B2540"/>
                </a:solidFill>
                <a:latin typeface="Arial"/>
                <a:ea typeface="Arial"/>
                <a:cs typeface="Arial"/>
              </a:defRPr>
            </a:lvl8pPr>
            <a:lvl9pPr>
              <a:buNone/>
              <a:defRPr sz="3450" b="1">
                <a:solidFill>
                  <a:srgbClr val="2B2540"/>
                </a:solidFill>
                <a:latin typeface="Arial"/>
                <a:ea typeface="Arial"/>
                <a:cs typeface="Arial"/>
              </a:defRPr>
            </a:lvl9pPr>
          </a:lstStyle>
          <a:p xmlns:a="http://schemas.openxmlformats.org/drawingml/2006/main">
            <a:pPr>
              <a:buNone/>
              <a:defRPr sz="3450" b="1">
                <a:solidFill>
                  <a:srgbClr val="2B2540"/>
                </a:solidFill>
                <a:latin typeface="Arial"/>
                <a:ea typeface="Arial"/>
                <a:cs typeface="Arial"/>
              </a:defRPr>
            </a:pPr>
            <a:r>
              <a:rPr sz="3450" b="1">
                <a:solidFill>
                  <a:srgbClr val="2B2540"/>
                </a:solidFill>
                <a:latin typeface="Arial"/>
                <a:ea typeface="Arial"/>
                <a:cs typeface="Arial"/>
              </a:rPr>
              <a:t>Реалистичная цель по предмету</a:t>
            </a:r>
          </a:p>
        </p:txBody>
      </p:sp>
      <p:sp>
        <p:nvSpPr>
          <p:cNvPr id="2" name="05">
            <a:extLst xmlns:a="http://schemas.openxmlformats.org/drawingml/2006/main">
              <a:ext uri="{FF2B5EF4-FFF2-40B4-BE49-F238E27FC236}">
                <a16:creationId xmlns:a16="http://schemas.microsoft.com/office/drawing/2014/main" id="{AC822371-9D9D-4459-B288-8DE492187B28}"/>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746A80"/>
                </a:solidFill>
                <a:latin typeface="Arial"/>
                <a:ea typeface="Arial"/>
                <a:cs typeface="Arial"/>
              </a:defRPr>
            </a:defPPr>
            <a:lvl1pPr algn="r">
              <a:buNone/>
              <a:defRPr sz="1275" b="0">
                <a:solidFill>
                  <a:srgbClr val="746A80"/>
                </a:solidFill>
                <a:latin typeface="Arial"/>
                <a:ea typeface="Arial"/>
                <a:cs typeface="Arial"/>
              </a:defRPr>
            </a:lvl1pPr>
            <a:lvl2pPr algn="r">
              <a:buNone/>
              <a:defRPr sz="1275" b="0">
                <a:solidFill>
                  <a:srgbClr val="746A80"/>
                </a:solidFill>
                <a:latin typeface="Arial"/>
                <a:ea typeface="Arial"/>
                <a:cs typeface="Arial"/>
              </a:defRPr>
            </a:lvl2pPr>
            <a:lvl3pPr algn="r">
              <a:buNone/>
              <a:defRPr sz="1275" b="0">
                <a:solidFill>
                  <a:srgbClr val="746A80"/>
                </a:solidFill>
                <a:latin typeface="Arial"/>
                <a:ea typeface="Arial"/>
                <a:cs typeface="Arial"/>
              </a:defRPr>
            </a:lvl3pPr>
            <a:lvl4pPr algn="r">
              <a:buNone/>
              <a:defRPr sz="1275" b="0">
                <a:solidFill>
                  <a:srgbClr val="746A80"/>
                </a:solidFill>
                <a:latin typeface="Arial"/>
                <a:ea typeface="Arial"/>
                <a:cs typeface="Arial"/>
              </a:defRPr>
            </a:lvl4pPr>
            <a:lvl5pPr algn="r">
              <a:buNone/>
              <a:defRPr sz="1275" b="0">
                <a:solidFill>
                  <a:srgbClr val="746A80"/>
                </a:solidFill>
                <a:latin typeface="Arial"/>
                <a:ea typeface="Arial"/>
                <a:cs typeface="Arial"/>
              </a:defRPr>
            </a:lvl5pPr>
            <a:lvl6pPr algn="r">
              <a:buNone/>
              <a:defRPr sz="1275" b="0">
                <a:solidFill>
                  <a:srgbClr val="746A80"/>
                </a:solidFill>
                <a:latin typeface="Arial"/>
                <a:ea typeface="Arial"/>
                <a:cs typeface="Arial"/>
              </a:defRPr>
            </a:lvl6pPr>
            <a:lvl7pPr algn="r">
              <a:buNone/>
              <a:defRPr sz="1275" b="0">
                <a:solidFill>
                  <a:srgbClr val="746A80"/>
                </a:solidFill>
                <a:latin typeface="Arial"/>
                <a:ea typeface="Arial"/>
                <a:cs typeface="Arial"/>
              </a:defRPr>
            </a:lvl7pPr>
            <a:lvl8pPr algn="r">
              <a:buNone/>
              <a:defRPr sz="1275" b="0">
                <a:solidFill>
                  <a:srgbClr val="746A80"/>
                </a:solidFill>
                <a:latin typeface="Arial"/>
                <a:ea typeface="Arial"/>
                <a:cs typeface="Arial"/>
              </a:defRPr>
            </a:lvl8pPr>
            <a:lvl9pPr algn="r">
              <a:buNone/>
              <a:defRPr sz="1275" b="0">
                <a:solidFill>
                  <a:srgbClr val="746A80"/>
                </a:solidFill>
                <a:latin typeface="Arial"/>
                <a:ea typeface="Arial"/>
                <a:cs typeface="Arial"/>
              </a:defRPr>
            </a:lvl9pPr>
          </a:lstStyle>
          <a:p xmlns:a="http://schemas.openxmlformats.org/drawingml/2006/main">
            <a:pPr algn="r">
              <a:buNone/>
              <a:defRPr sz="1275" b="0">
                <a:solidFill>
                  <a:srgbClr val="746A80"/>
                </a:solidFill>
                <a:latin typeface="Arial"/>
                <a:ea typeface="Arial"/>
                <a:cs typeface="Arial"/>
              </a:defRPr>
            </a:pPr>
            <a:r>
              <a:rPr sz="1275" b="0">
                <a:solidFill>
                  <a:srgbClr val="746A80"/>
                </a:solidFill>
                <a:latin typeface="Arial"/>
                <a:ea typeface="Arial"/>
                <a:cs typeface="Arial"/>
              </a:rPr>
              <a:t>05</a:t>
            </a:r>
          </a:p>
        </p:txBody>
      </p:sp>
      <p:sp>
        <p:nvSpPr>
          <p:cNvPr id="3" name="78%">
            <a:extLst xmlns:a="http://schemas.openxmlformats.org/drawingml/2006/main">
              <a:ext uri="{FF2B5EF4-FFF2-40B4-BE49-F238E27FC236}">
                <a16:creationId xmlns:a16="http://schemas.microsoft.com/office/drawing/2014/main" id="{AA4A7CE4-6F4D-47A4-9F1C-723C6446C705}"/>
              </a:ext>
            </a:extLst>
          </p:cNvPr>
          <p:cNvSpPr>
            <a:spLocks xmlns:a="http://schemas.openxmlformats.org/drawingml/2006/main" noGrp="1"/>
          </p:cNvSpPr>
          <p:nvPr/>
        </p:nvSpPr>
        <p:spPr>
          <a:xfrm xmlns:a="http://schemas.openxmlformats.org/drawingml/2006/main">
            <a:off x="685800" y="1390650"/>
            <a:ext cx="295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75" b="1">
                <a:solidFill>
                  <a:srgbClr val="6746BB"/>
                </a:solidFill>
                <a:latin typeface="Arial"/>
                <a:ea typeface="Arial"/>
                <a:cs typeface="Arial"/>
              </a:defRPr>
            </a:defPPr>
            <a:lvl1pPr>
              <a:buNone/>
              <a:defRPr sz="5775" b="1">
                <a:solidFill>
                  <a:srgbClr val="6746BB"/>
                </a:solidFill>
                <a:latin typeface="Arial"/>
                <a:ea typeface="Arial"/>
                <a:cs typeface="Arial"/>
              </a:defRPr>
            </a:lvl1pPr>
            <a:lvl2pPr>
              <a:buNone/>
              <a:defRPr sz="5775" b="1">
                <a:solidFill>
                  <a:srgbClr val="6746BB"/>
                </a:solidFill>
                <a:latin typeface="Arial"/>
                <a:ea typeface="Arial"/>
                <a:cs typeface="Arial"/>
              </a:defRPr>
            </a:lvl2pPr>
            <a:lvl3pPr>
              <a:buNone/>
              <a:defRPr sz="5775" b="1">
                <a:solidFill>
                  <a:srgbClr val="6746BB"/>
                </a:solidFill>
                <a:latin typeface="Arial"/>
                <a:ea typeface="Arial"/>
                <a:cs typeface="Arial"/>
              </a:defRPr>
            </a:lvl3pPr>
            <a:lvl4pPr>
              <a:buNone/>
              <a:defRPr sz="5775" b="1">
                <a:solidFill>
                  <a:srgbClr val="6746BB"/>
                </a:solidFill>
                <a:latin typeface="Arial"/>
                <a:ea typeface="Arial"/>
                <a:cs typeface="Arial"/>
              </a:defRPr>
            </a:lvl4pPr>
            <a:lvl5pPr>
              <a:buNone/>
              <a:defRPr sz="5775" b="1">
                <a:solidFill>
                  <a:srgbClr val="6746BB"/>
                </a:solidFill>
                <a:latin typeface="Arial"/>
                <a:ea typeface="Arial"/>
                <a:cs typeface="Arial"/>
              </a:defRPr>
            </a:lvl5pPr>
            <a:lvl6pPr>
              <a:buNone/>
              <a:defRPr sz="5775" b="1">
                <a:solidFill>
                  <a:srgbClr val="6746BB"/>
                </a:solidFill>
                <a:latin typeface="Arial"/>
                <a:ea typeface="Arial"/>
                <a:cs typeface="Arial"/>
              </a:defRPr>
            </a:lvl6pPr>
            <a:lvl7pPr>
              <a:buNone/>
              <a:defRPr sz="5775" b="1">
                <a:solidFill>
                  <a:srgbClr val="6746BB"/>
                </a:solidFill>
                <a:latin typeface="Arial"/>
                <a:ea typeface="Arial"/>
                <a:cs typeface="Arial"/>
              </a:defRPr>
            </a:lvl7pPr>
            <a:lvl8pPr>
              <a:buNone/>
              <a:defRPr sz="5775" b="1">
                <a:solidFill>
                  <a:srgbClr val="6746BB"/>
                </a:solidFill>
                <a:latin typeface="Arial"/>
                <a:ea typeface="Arial"/>
                <a:cs typeface="Arial"/>
              </a:defRPr>
            </a:lvl8pPr>
            <a:lvl9pPr>
              <a:buNone/>
              <a:defRPr sz="5775" b="1">
                <a:solidFill>
                  <a:srgbClr val="6746BB"/>
                </a:solidFill>
                <a:latin typeface="Arial"/>
                <a:ea typeface="Arial"/>
                <a:cs typeface="Arial"/>
              </a:defRPr>
            </a:lvl9pPr>
          </a:lstStyle>
          <a:p xmlns:a="http://schemas.openxmlformats.org/drawingml/2006/main">
            <a:pPr>
              <a:buNone/>
              <a:defRPr sz="5775" b="1">
                <a:solidFill>
                  <a:srgbClr val="6746BB"/>
                </a:solidFill>
                <a:latin typeface="Arial"/>
                <a:ea typeface="Arial"/>
                <a:cs typeface="Arial"/>
              </a:defRPr>
            </a:pPr>
            <a:r>
              <a:rPr sz="5775" b="1">
                <a:solidFill>
                  <a:srgbClr val="6746BB"/>
                </a:solidFill>
                <a:latin typeface="Arial"/>
                <a:ea typeface="Arial"/>
                <a:cs typeface="Arial"/>
              </a:rPr>
              <a:t>78%</a:t>
            </a:r>
          </a:p>
        </p:txBody>
      </p:sp>
      <p:sp>
        <p:nvSpPr>
          <p:cNvPr id="4" name="Текущий средний">
            <a:extLst xmlns:a="http://schemas.openxmlformats.org/drawingml/2006/main">
              <a:ext uri="{FF2B5EF4-FFF2-40B4-BE49-F238E27FC236}">
                <a16:creationId xmlns:a16="http://schemas.microsoft.com/office/drawing/2014/main" id="{30450CF7-5CD3-4E76-970A-5BB757F2778D}"/>
              </a:ext>
            </a:extLst>
          </p:cNvPr>
          <p:cNvSpPr>
            <a:spLocks xmlns:a="http://schemas.openxmlformats.org/drawingml/2006/main" noGrp="1"/>
          </p:cNvSpPr>
          <p:nvPr/>
        </p:nvSpPr>
        <p:spPr>
          <a:xfrm xmlns:a="http://schemas.openxmlformats.org/drawingml/2006/main">
            <a:off x="714375" y="233362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46A80"/>
                </a:solidFill>
                <a:latin typeface="Arial"/>
                <a:ea typeface="Arial"/>
                <a:cs typeface="Arial"/>
              </a:defRPr>
            </a:defPPr>
            <a:lvl1pPr>
              <a:buNone/>
              <a:defRPr sz="1875" b="0">
                <a:solidFill>
                  <a:srgbClr val="746A80"/>
                </a:solidFill>
                <a:latin typeface="Arial"/>
                <a:ea typeface="Arial"/>
                <a:cs typeface="Arial"/>
              </a:defRPr>
            </a:lvl1pPr>
            <a:lvl2pPr>
              <a:buNone/>
              <a:defRPr sz="1875" b="0">
                <a:solidFill>
                  <a:srgbClr val="746A80"/>
                </a:solidFill>
                <a:latin typeface="Arial"/>
                <a:ea typeface="Arial"/>
                <a:cs typeface="Arial"/>
              </a:defRPr>
            </a:lvl2pPr>
            <a:lvl3pPr>
              <a:buNone/>
              <a:defRPr sz="1875" b="0">
                <a:solidFill>
                  <a:srgbClr val="746A80"/>
                </a:solidFill>
                <a:latin typeface="Arial"/>
                <a:ea typeface="Arial"/>
                <a:cs typeface="Arial"/>
              </a:defRPr>
            </a:lvl3pPr>
            <a:lvl4pPr>
              <a:buNone/>
              <a:defRPr sz="1875" b="0">
                <a:solidFill>
                  <a:srgbClr val="746A80"/>
                </a:solidFill>
                <a:latin typeface="Arial"/>
                <a:ea typeface="Arial"/>
                <a:cs typeface="Arial"/>
              </a:defRPr>
            </a:lvl4pPr>
            <a:lvl5pPr>
              <a:buNone/>
              <a:defRPr sz="1875" b="0">
                <a:solidFill>
                  <a:srgbClr val="746A80"/>
                </a:solidFill>
                <a:latin typeface="Arial"/>
                <a:ea typeface="Arial"/>
                <a:cs typeface="Arial"/>
              </a:defRPr>
            </a:lvl5pPr>
            <a:lvl6pPr>
              <a:buNone/>
              <a:defRPr sz="1875" b="0">
                <a:solidFill>
                  <a:srgbClr val="746A80"/>
                </a:solidFill>
                <a:latin typeface="Arial"/>
                <a:ea typeface="Arial"/>
                <a:cs typeface="Arial"/>
              </a:defRPr>
            </a:lvl6pPr>
            <a:lvl7pPr>
              <a:buNone/>
              <a:defRPr sz="1875" b="0">
                <a:solidFill>
                  <a:srgbClr val="746A80"/>
                </a:solidFill>
                <a:latin typeface="Arial"/>
                <a:ea typeface="Arial"/>
                <a:cs typeface="Arial"/>
              </a:defRPr>
            </a:lvl7pPr>
            <a:lvl8pPr>
              <a:buNone/>
              <a:defRPr sz="1875" b="0">
                <a:solidFill>
                  <a:srgbClr val="746A80"/>
                </a:solidFill>
                <a:latin typeface="Arial"/>
                <a:ea typeface="Arial"/>
                <a:cs typeface="Arial"/>
              </a:defRPr>
            </a:lvl8pPr>
            <a:lvl9pPr>
              <a:buNone/>
              <a:defRPr sz="1875" b="0">
                <a:solidFill>
                  <a:srgbClr val="746A80"/>
                </a:solidFill>
                <a:latin typeface="Arial"/>
                <a:ea typeface="Arial"/>
                <a:cs typeface="Arial"/>
              </a:defRPr>
            </a:lvl9pPr>
          </a:lstStyle>
          <a:p xmlns:a="http://schemas.openxmlformats.org/drawingml/2006/main">
            <a:pPr>
              <a:buNone/>
              <a:defRPr sz="1875" b="0">
                <a:solidFill>
                  <a:srgbClr val="746A80"/>
                </a:solidFill>
                <a:latin typeface="Arial"/>
                <a:ea typeface="Arial"/>
                <a:cs typeface="Arial"/>
              </a:defRPr>
            </a:pPr>
            <a:r>
              <a:rPr sz="1875" b="0">
                <a:solidFill>
                  <a:srgbClr val="746A80"/>
                </a:solidFill>
                <a:latin typeface="Arial"/>
                <a:ea typeface="Arial"/>
                <a:cs typeface="Arial"/>
              </a:rPr>
              <a:t>Текущий средний</a:t>
            </a:r>
          </a:p>
        </p:txBody>
      </p:sp>
      <p:sp>
        <p:nvSpPr>
          <p:cNvPr id="5" name="93,4">
            <a:extLst xmlns:a="http://schemas.openxmlformats.org/drawingml/2006/main">
              <a:ext uri="{FF2B5EF4-FFF2-40B4-BE49-F238E27FC236}">
                <a16:creationId xmlns:a16="http://schemas.microsoft.com/office/drawing/2014/main" id="{131BF4D8-AC4B-40A5-AA7E-305E8BB4B11E}"/>
              </a:ext>
            </a:extLst>
          </p:cNvPr>
          <p:cNvSpPr>
            <a:spLocks xmlns:a="http://schemas.openxmlformats.org/drawingml/2006/main" noGrp="1"/>
          </p:cNvSpPr>
          <p:nvPr/>
        </p:nvSpPr>
        <p:spPr>
          <a:xfrm xmlns:a="http://schemas.openxmlformats.org/drawingml/2006/main">
            <a:off x="4467225" y="1390650"/>
            <a:ext cx="314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75" b="1">
                <a:solidFill>
                  <a:srgbClr val="2B2540"/>
                </a:solidFill>
                <a:latin typeface="Arial"/>
                <a:ea typeface="Arial"/>
                <a:cs typeface="Arial"/>
              </a:defRPr>
            </a:defPPr>
            <a:lvl1pPr>
              <a:buNone/>
              <a:defRPr sz="5775" b="1">
                <a:solidFill>
                  <a:srgbClr val="2B2540"/>
                </a:solidFill>
                <a:latin typeface="Arial"/>
                <a:ea typeface="Arial"/>
                <a:cs typeface="Arial"/>
              </a:defRPr>
            </a:lvl1pPr>
            <a:lvl2pPr>
              <a:buNone/>
              <a:defRPr sz="5775" b="1">
                <a:solidFill>
                  <a:srgbClr val="2B2540"/>
                </a:solidFill>
                <a:latin typeface="Arial"/>
                <a:ea typeface="Arial"/>
                <a:cs typeface="Arial"/>
              </a:defRPr>
            </a:lvl2pPr>
            <a:lvl3pPr>
              <a:buNone/>
              <a:defRPr sz="5775" b="1">
                <a:solidFill>
                  <a:srgbClr val="2B2540"/>
                </a:solidFill>
                <a:latin typeface="Arial"/>
                <a:ea typeface="Arial"/>
                <a:cs typeface="Arial"/>
              </a:defRPr>
            </a:lvl3pPr>
            <a:lvl4pPr>
              <a:buNone/>
              <a:defRPr sz="5775" b="1">
                <a:solidFill>
                  <a:srgbClr val="2B2540"/>
                </a:solidFill>
                <a:latin typeface="Arial"/>
                <a:ea typeface="Arial"/>
                <a:cs typeface="Arial"/>
              </a:defRPr>
            </a:lvl4pPr>
            <a:lvl5pPr>
              <a:buNone/>
              <a:defRPr sz="5775" b="1">
                <a:solidFill>
                  <a:srgbClr val="2B2540"/>
                </a:solidFill>
                <a:latin typeface="Arial"/>
                <a:ea typeface="Arial"/>
                <a:cs typeface="Arial"/>
              </a:defRPr>
            </a:lvl5pPr>
            <a:lvl6pPr>
              <a:buNone/>
              <a:defRPr sz="5775" b="1">
                <a:solidFill>
                  <a:srgbClr val="2B2540"/>
                </a:solidFill>
                <a:latin typeface="Arial"/>
                <a:ea typeface="Arial"/>
                <a:cs typeface="Arial"/>
              </a:defRPr>
            </a:lvl6pPr>
            <a:lvl7pPr>
              <a:buNone/>
              <a:defRPr sz="5775" b="1">
                <a:solidFill>
                  <a:srgbClr val="2B2540"/>
                </a:solidFill>
                <a:latin typeface="Arial"/>
                <a:ea typeface="Arial"/>
                <a:cs typeface="Arial"/>
              </a:defRPr>
            </a:lvl7pPr>
            <a:lvl8pPr>
              <a:buNone/>
              <a:defRPr sz="5775" b="1">
                <a:solidFill>
                  <a:srgbClr val="2B2540"/>
                </a:solidFill>
                <a:latin typeface="Arial"/>
                <a:ea typeface="Arial"/>
                <a:cs typeface="Arial"/>
              </a:defRPr>
            </a:lvl8pPr>
            <a:lvl9pPr>
              <a:buNone/>
              <a:defRPr sz="5775" b="1">
                <a:solidFill>
                  <a:srgbClr val="2B2540"/>
                </a:solidFill>
                <a:latin typeface="Arial"/>
                <a:ea typeface="Arial"/>
                <a:cs typeface="Arial"/>
              </a:defRPr>
            </a:lvl9pPr>
          </a:lstStyle>
          <a:p xmlns:a="http://schemas.openxmlformats.org/drawingml/2006/main">
            <a:pPr>
              <a:buNone/>
              <a:defRPr sz="5775" b="1">
                <a:solidFill>
                  <a:srgbClr val="2B2540"/>
                </a:solidFill>
                <a:latin typeface="Arial"/>
                <a:ea typeface="Arial"/>
                <a:cs typeface="Arial"/>
              </a:defRPr>
            </a:pPr>
            <a:r>
              <a:rPr sz="5775" b="1">
                <a:solidFill>
                  <a:srgbClr val="2B2540"/>
                </a:solidFill>
                <a:latin typeface="Arial"/>
                <a:ea typeface="Arial"/>
                <a:cs typeface="Arial"/>
              </a:rPr>
              <a:t>93,4</a:t>
            </a:r>
          </a:p>
        </p:txBody>
      </p:sp>
      <p:sp>
        <p:nvSpPr>
          <p:cNvPr id="6" name="Максимально возможный итог">
            <a:extLst xmlns:a="http://schemas.openxmlformats.org/drawingml/2006/main">
              <a:ext uri="{FF2B5EF4-FFF2-40B4-BE49-F238E27FC236}">
                <a16:creationId xmlns:a16="http://schemas.microsoft.com/office/drawing/2014/main" id="{D4140275-5661-42C0-A3FB-E74972270424}"/>
              </a:ext>
            </a:extLst>
          </p:cNvPr>
          <p:cNvSpPr>
            <a:spLocks xmlns:a="http://schemas.openxmlformats.org/drawingml/2006/main" noGrp="1"/>
          </p:cNvSpPr>
          <p:nvPr/>
        </p:nvSpPr>
        <p:spPr>
          <a:xfrm xmlns:a="http://schemas.openxmlformats.org/drawingml/2006/main">
            <a:off x="4495800" y="2333625"/>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46A80"/>
                </a:solidFill>
                <a:latin typeface="Arial"/>
                <a:ea typeface="Arial"/>
                <a:cs typeface="Arial"/>
              </a:defRPr>
            </a:defPPr>
            <a:lvl1pPr>
              <a:buNone/>
              <a:defRPr sz="1875" b="0">
                <a:solidFill>
                  <a:srgbClr val="746A80"/>
                </a:solidFill>
                <a:latin typeface="Arial"/>
                <a:ea typeface="Arial"/>
                <a:cs typeface="Arial"/>
              </a:defRPr>
            </a:lvl1pPr>
            <a:lvl2pPr>
              <a:buNone/>
              <a:defRPr sz="1875" b="0">
                <a:solidFill>
                  <a:srgbClr val="746A80"/>
                </a:solidFill>
                <a:latin typeface="Arial"/>
                <a:ea typeface="Arial"/>
                <a:cs typeface="Arial"/>
              </a:defRPr>
            </a:lvl2pPr>
            <a:lvl3pPr>
              <a:buNone/>
              <a:defRPr sz="1875" b="0">
                <a:solidFill>
                  <a:srgbClr val="746A80"/>
                </a:solidFill>
                <a:latin typeface="Arial"/>
                <a:ea typeface="Arial"/>
                <a:cs typeface="Arial"/>
              </a:defRPr>
            </a:lvl3pPr>
            <a:lvl4pPr>
              <a:buNone/>
              <a:defRPr sz="1875" b="0">
                <a:solidFill>
                  <a:srgbClr val="746A80"/>
                </a:solidFill>
                <a:latin typeface="Arial"/>
                <a:ea typeface="Arial"/>
                <a:cs typeface="Arial"/>
              </a:defRPr>
            </a:lvl4pPr>
            <a:lvl5pPr>
              <a:buNone/>
              <a:defRPr sz="1875" b="0">
                <a:solidFill>
                  <a:srgbClr val="746A80"/>
                </a:solidFill>
                <a:latin typeface="Arial"/>
                <a:ea typeface="Arial"/>
                <a:cs typeface="Arial"/>
              </a:defRPr>
            </a:lvl5pPr>
            <a:lvl6pPr>
              <a:buNone/>
              <a:defRPr sz="1875" b="0">
                <a:solidFill>
                  <a:srgbClr val="746A80"/>
                </a:solidFill>
                <a:latin typeface="Arial"/>
                <a:ea typeface="Arial"/>
                <a:cs typeface="Arial"/>
              </a:defRPr>
            </a:lvl6pPr>
            <a:lvl7pPr>
              <a:buNone/>
              <a:defRPr sz="1875" b="0">
                <a:solidFill>
                  <a:srgbClr val="746A80"/>
                </a:solidFill>
                <a:latin typeface="Arial"/>
                <a:ea typeface="Arial"/>
                <a:cs typeface="Arial"/>
              </a:defRPr>
            </a:lvl7pPr>
            <a:lvl8pPr>
              <a:buNone/>
              <a:defRPr sz="1875" b="0">
                <a:solidFill>
                  <a:srgbClr val="746A80"/>
                </a:solidFill>
                <a:latin typeface="Arial"/>
                <a:ea typeface="Arial"/>
                <a:cs typeface="Arial"/>
              </a:defRPr>
            </a:lvl8pPr>
            <a:lvl9pPr>
              <a:buNone/>
              <a:defRPr sz="1875" b="0">
                <a:solidFill>
                  <a:srgbClr val="746A80"/>
                </a:solidFill>
                <a:latin typeface="Arial"/>
                <a:ea typeface="Arial"/>
                <a:cs typeface="Arial"/>
              </a:defRPr>
            </a:lvl9pPr>
          </a:lstStyle>
          <a:p xmlns:a="http://schemas.openxmlformats.org/drawingml/2006/main">
            <a:pPr>
              <a:buNone/>
              <a:defRPr sz="1875" b="0">
                <a:solidFill>
                  <a:srgbClr val="746A80"/>
                </a:solidFill>
                <a:latin typeface="Arial"/>
                <a:ea typeface="Arial"/>
                <a:cs typeface="Arial"/>
              </a:defRPr>
            </a:pPr>
            <a:r>
              <a:rPr sz="1875" b="0">
                <a:solidFill>
                  <a:srgbClr val="746A80"/>
                </a:solidFill>
                <a:latin typeface="Arial"/>
                <a:ea typeface="Arial"/>
                <a:cs typeface="Arial"/>
              </a:rPr>
              <a:t>Максимально возможный итог</a:t>
            </a:r>
          </a:p>
        </p:txBody>
      </p:sp>
      <p:sp>
        <p:nvSpPr>
          <p:cNvPr id="7" name="90">
            <a:extLst xmlns:a="http://schemas.openxmlformats.org/drawingml/2006/main">
              <a:ext uri="{FF2B5EF4-FFF2-40B4-BE49-F238E27FC236}">
                <a16:creationId xmlns:a16="http://schemas.microsoft.com/office/drawing/2014/main" id="{E8B12AA2-FE7D-4398-9A03-E04666AEFDDD}"/>
              </a:ext>
            </a:extLst>
          </p:cNvPr>
          <p:cNvSpPr>
            <a:spLocks xmlns:a="http://schemas.openxmlformats.org/drawingml/2006/main" noGrp="1"/>
          </p:cNvSpPr>
          <p:nvPr/>
        </p:nvSpPr>
        <p:spPr>
          <a:xfrm xmlns:a="http://schemas.openxmlformats.org/drawingml/2006/main">
            <a:off x="9048750" y="1390650"/>
            <a:ext cx="2286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75" b="1">
                <a:solidFill>
                  <a:srgbClr val="6746BB"/>
                </a:solidFill>
                <a:latin typeface="Arial"/>
                <a:ea typeface="Arial"/>
                <a:cs typeface="Arial"/>
              </a:defRPr>
            </a:defPPr>
            <a:lvl1pPr>
              <a:buNone/>
              <a:defRPr sz="5775" b="1">
                <a:solidFill>
                  <a:srgbClr val="6746BB"/>
                </a:solidFill>
                <a:latin typeface="Arial"/>
                <a:ea typeface="Arial"/>
                <a:cs typeface="Arial"/>
              </a:defRPr>
            </a:lvl1pPr>
            <a:lvl2pPr>
              <a:buNone/>
              <a:defRPr sz="5775" b="1">
                <a:solidFill>
                  <a:srgbClr val="6746BB"/>
                </a:solidFill>
                <a:latin typeface="Arial"/>
                <a:ea typeface="Arial"/>
                <a:cs typeface="Arial"/>
              </a:defRPr>
            </a:lvl2pPr>
            <a:lvl3pPr>
              <a:buNone/>
              <a:defRPr sz="5775" b="1">
                <a:solidFill>
                  <a:srgbClr val="6746BB"/>
                </a:solidFill>
                <a:latin typeface="Arial"/>
                <a:ea typeface="Arial"/>
                <a:cs typeface="Arial"/>
              </a:defRPr>
            </a:lvl3pPr>
            <a:lvl4pPr>
              <a:buNone/>
              <a:defRPr sz="5775" b="1">
                <a:solidFill>
                  <a:srgbClr val="6746BB"/>
                </a:solidFill>
                <a:latin typeface="Arial"/>
                <a:ea typeface="Arial"/>
                <a:cs typeface="Arial"/>
              </a:defRPr>
            </a:lvl4pPr>
            <a:lvl5pPr>
              <a:buNone/>
              <a:defRPr sz="5775" b="1">
                <a:solidFill>
                  <a:srgbClr val="6746BB"/>
                </a:solidFill>
                <a:latin typeface="Arial"/>
                <a:ea typeface="Arial"/>
                <a:cs typeface="Arial"/>
              </a:defRPr>
            </a:lvl5pPr>
            <a:lvl6pPr>
              <a:buNone/>
              <a:defRPr sz="5775" b="1">
                <a:solidFill>
                  <a:srgbClr val="6746BB"/>
                </a:solidFill>
                <a:latin typeface="Arial"/>
                <a:ea typeface="Arial"/>
                <a:cs typeface="Arial"/>
              </a:defRPr>
            </a:lvl6pPr>
            <a:lvl7pPr>
              <a:buNone/>
              <a:defRPr sz="5775" b="1">
                <a:solidFill>
                  <a:srgbClr val="6746BB"/>
                </a:solidFill>
                <a:latin typeface="Arial"/>
                <a:ea typeface="Arial"/>
                <a:cs typeface="Arial"/>
              </a:defRPr>
            </a:lvl7pPr>
            <a:lvl8pPr>
              <a:buNone/>
              <a:defRPr sz="5775" b="1">
                <a:solidFill>
                  <a:srgbClr val="6746BB"/>
                </a:solidFill>
                <a:latin typeface="Arial"/>
                <a:ea typeface="Arial"/>
                <a:cs typeface="Arial"/>
              </a:defRPr>
            </a:lvl8pPr>
            <a:lvl9pPr>
              <a:buNone/>
              <a:defRPr sz="5775" b="1">
                <a:solidFill>
                  <a:srgbClr val="6746BB"/>
                </a:solidFill>
                <a:latin typeface="Arial"/>
                <a:ea typeface="Arial"/>
                <a:cs typeface="Arial"/>
              </a:defRPr>
            </a:lvl9pPr>
          </a:lstStyle>
          <a:p xmlns:a="http://schemas.openxmlformats.org/drawingml/2006/main">
            <a:pPr>
              <a:buNone/>
              <a:defRPr sz="5775" b="1">
                <a:solidFill>
                  <a:srgbClr val="6746BB"/>
                </a:solidFill>
                <a:latin typeface="Arial"/>
                <a:ea typeface="Arial"/>
                <a:cs typeface="Arial"/>
              </a:defRPr>
            </a:pPr>
            <a:r>
              <a:rPr sz="5775" b="1">
                <a:solidFill>
                  <a:srgbClr val="6746BB"/>
                </a:solidFill>
                <a:latin typeface="Arial"/>
                <a:ea typeface="Arial"/>
                <a:cs typeface="Arial"/>
              </a:rPr>
              <a:t>90</a:t>
            </a:r>
          </a:p>
        </p:txBody>
      </p:sp>
      <p:sp>
        <p:nvSpPr>
          <p:cNvPr id="8" name="Новая цель вместо 95">
            <a:extLst xmlns:a="http://schemas.openxmlformats.org/drawingml/2006/main">
              <a:ext uri="{FF2B5EF4-FFF2-40B4-BE49-F238E27FC236}">
                <a16:creationId xmlns:a16="http://schemas.microsoft.com/office/drawing/2014/main" id="{5FEE428E-CB03-4295-8E91-02ADA2918232}"/>
              </a:ext>
            </a:extLst>
          </p:cNvPr>
          <p:cNvSpPr>
            <a:spLocks xmlns:a="http://schemas.openxmlformats.org/drawingml/2006/main" noGrp="1"/>
          </p:cNvSpPr>
          <p:nvPr/>
        </p:nvSpPr>
        <p:spPr>
          <a:xfrm xmlns:a="http://schemas.openxmlformats.org/drawingml/2006/main">
            <a:off x="9067800" y="2333625"/>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46A80"/>
                </a:solidFill>
                <a:latin typeface="Arial"/>
                <a:ea typeface="Arial"/>
                <a:cs typeface="Arial"/>
              </a:defRPr>
            </a:defPPr>
            <a:lvl1pPr>
              <a:buNone/>
              <a:defRPr sz="1875" b="0">
                <a:solidFill>
                  <a:srgbClr val="746A80"/>
                </a:solidFill>
                <a:latin typeface="Arial"/>
                <a:ea typeface="Arial"/>
                <a:cs typeface="Arial"/>
              </a:defRPr>
            </a:lvl1pPr>
            <a:lvl2pPr>
              <a:buNone/>
              <a:defRPr sz="1875" b="0">
                <a:solidFill>
                  <a:srgbClr val="746A80"/>
                </a:solidFill>
                <a:latin typeface="Arial"/>
                <a:ea typeface="Arial"/>
                <a:cs typeface="Arial"/>
              </a:defRPr>
            </a:lvl2pPr>
            <a:lvl3pPr>
              <a:buNone/>
              <a:defRPr sz="1875" b="0">
                <a:solidFill>
                  <a:srgbClr val="746A80"/>
                </a:solidFill>
                <a:latin typeface="Arial"/>
                <a:ea typeface="Arial"/>
                <a:cs typeface="Arial"/>
              </a:defRPr>
            </a:lvl3pPr>
            <a:lvl4pPr>
              <a:buNone/>
              <a:defRPr sz="1875" b="0">
                <a:solidFill>
                  <a:srgbClr val="746A80"/>
                </a:solidFill>
                <a:latin typeface="Arial"/>
                <a:ea typeface="Arial"/>
                <a:cs typeface="Arial"/>
              </a:defRPr>
            </a:lvl4pPr>
            <a:lvl5pPr>
              <a:buNone/>
              <a:defRPr sz="1875" b="0">
                <a:solidFill>
                  <a:srgbClr val="746A80"/>
                </a:solidFill>
                <a:latin typeface="Arial"/>
                <a:ea typeface="Arial"/>
                <a:cs typeface="Arial"/>
              </a:defRPr>
            </a:lvl5pPr>
            <a:lvl6pPr>
              <a:buNone/>
              <a:defRPr sz="1875" b="0">
                <a:solidFill>
                  <a:srgbClr val="746A80"/>
                </a:solidFill>
                <a:latin typeface="Arial"/>
                <a:ea typeface="Arial"/>
                <a:cs typeface="Arial"/>
              </a:defRPr>
            </a:lvl6pPr>
            <a:lvl7pPr>
              <a:buNone/>
              <a:defRPr sz="1875" b="0">
                <a:solidFill>
                  <a:srgbClr val="746A80"/>
                </a:solidFill>
                <a:latin typeface="Arial"/>
                <a:ea typeface="Arial"/>
                <a:cs typeface="Arial"/>
              </a:defRPr>
            </a:lvl7pPr>
            <a:lvl8pPr>
              <a:buNone/>
              <a:defRPr sz="1875" b="0">
                <a:solidFill>
                  <a:srgbClr val="746A80"/>
                </a:solidFill>
                <a:latin typeface="Arial"/>
                <a:ea typeface="Arial"/>
                <a:cs typeface="Arial"/>
              </a:defRPr>
            </a:lvl8pPr>
            <a:lvl9pPr>
              <a:buNone/>
              <a:defRPr sz="1875" b="0">
                <a:solidFill>
                  <a:srgbClr val="746A80"/>
                </a:solidFill>
                <a:latin typeface="Arial"/>
                <a:ea typeface="Arial"/>
                <a:cs typeface="Arial"/>
              </a:defRPr>
            </a:lvl9pPr>
          </a:lstStyle>
          <a:p xmlns:a="http://schemas.openxmlformats.org/drawingml/2006/main">
            <a:pPr>
              <a:buNone/>
              <a:defRPr sz="1875" b="0">
                <a:solidFill>
                  <a:srgbClr val="746A80"/>
                </a:solidFill>
                <a:latin typeface="Arial"/>
                <a:ea typeface="Arial"/>
                <a:cs typeface="Arial"/>
              </a:defRPr>
            </a:pPr>
            <a:r>
              <a:rPr sz="1875" b="0">
                <a:solidFill>
                  <a:srgbClr val="746A80"/>
                </a:solidFill>
                <a:latin typeface="Arial"/>
                <a:ea typeface="Arial"/>
                <a:cs typeface="Arial"/>
              </a:rPr>
              <a:t>Новая цель вместо 95</a:t>
            </a:r>
          </a:p>
        </p:txBody>
      </p:sp>
      <p:sp>
        <p:nvSpPr>
          <p:cNvPr id="9" name="75 за Assignment 1 и 80 за Midterm. Уже набра">
            <a:extLst xmlns:a="http://schemas.openxmlformats.org/drawingml/2006/main">
              <a:ext uri="{FF2B5EF4-FFF2-40B4-BE49-F238E27FC236}">
                <a16:creationId xmlns:a16="http://schemas.microsoft.com/office/drawing/2014/main" id="{E0CEE928-7619-4D30-8A81-190DDE47AD8F}"/>
              </a:ext>
            </a:extLst>
          </p:cNvPr>
          <p:cNvSpPr>
            <a:spLocks xmlns:a="http://schemas.openxmlformats.org/drawingml/2006/main" noGrp="1"/>
          </p:cNvSpPr>
          <p:nvPr/>
        </p:nvSpPr>
        <p:spPr>
          <a:xfrm xmlns:a="http://schemas.openxmlformats.org/drawingml/2006/main">
            <a:off x="685800" y="31623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B2540"/>
                </a:solidFill>
                <a:latin typeface="Arial"/>
                <a:ea typeface="Arial"/>
                <a:cs typeface="Arial"/>
              </a:defRPr>
            </a:defPPr>
            <a:lvl1pPr>
              <a:buNone/>
              <a:defRPr sz="1950" b="0">
                <a:solidFill>
                  <a:srgbClr val="2B2540"/>
                </a:solidFill>
                <a:latin typeface="Arial"/>
                <a:ea typeface="Arial"/>
                <a:cs typeface="Arial"/>
              </a:defRPr>
            </a:lvl1pPr>
            <a:lvl2pPr>
              <a:buNone/>
              <a:defRPr sz="1950" b="0">
                <a:solidFill>
                  <a:srgbClr val="2B2540"/>
                </a:solidFill>
                <a:latin typeface="Arial"/>
                <a:ea typeface="Arial"/>
                <a:cs typeface="Arial"/>
              </a:defRPr>
            </a:lvl2pPr>
            <a:lvl3pPr>
              <a:buNone/>
              <a:defRPr sz="1950" b="0">
                <a:solidFill>
                  <a:srgbClr val="2B2540"/>
                </a:solidFill>
                <a:latin typeface="Arial"/>
                <a:ea typeface="Arial"/>
                <a:cs typeface="Arial"/>
              </a:defRPr>
            </a:lvl3pPr>
            <a:lvl4pPr>
              <a:buNone/>
              <a:defRPr sz="1950" b="0">
                <a:solidFill>
                  <a:srgbClr val="2B2540"/>
                </a:solidFill>
                <a:latin typeface="Arial"/>
                <a:ea typeface="Arial"/>
                <a:cs typeface="Arial"/>
              </a:defRPr>
            </a:lvl4pPr>
            <a:lvl5pPr>
              <a:buNone/>
              <a:defRPr sz="1950" b="0">
                <a:solidFill>
                  <a:srgbClr val="2B2540"/>
                </a:solidFill>
                <a:latin typeface="Arial"/>
                <a:ea typeface="Arial"/>
                <a:cs typeface="Arial"/>
              </a:defRPr>
            </a:lvl5pPr>
            <a:lvl6pPr>
              <a:buNone/>
              <a:defRPr sz="1950" b="0">
                <a:solidFill>
                  <a:srgbClr val="2B2540"/>
                </a:solidFill>
                <a:latin typeface="Arial"/>
                <a:ea typeface="Arial"/>
                <a:cs typeface="Arial"/>
              </a:defRPr>
            </a:lvl6pPr>
            <a:lvl7pPr>
              <a:buNone/>
              <a:defRPr sz="1950" b="0">
                <a:solidFill>
                  <a:srgbClr val="2B2540"/>
                </a:solidFill>
                <a:latin typeface="Arial"/>
                <a:ea typeface="Arial"/>
                <a:cs typeface="Arial"/>
              </a:defRPr>
            </a:lvl7pPr>
            <a:lvl8pPr>
              <a:buNone/>
              <a:defRPr sz="1950" b="0">
                <a:solidFill>
                  <a:srgbClr val="2B2540"/>
                </a:solidFill>
                <a:latin typeface="Arial"/>
                <a:ea typeface="Arial"/>
                <a:cs typeface="Arial"/>
              </a:defRPr>
            </a:lvl8pPr>
            <a:lvl9pPr>
              <a:buNone/>
              <a:defRPr sz="1950" b="0">
                <a:solidFill>
                  <a:srgbClr val="2B2540"/>
                </a:solidFill>
                <a:latin typeface="Arial"/>
                <a:ea typeface="Arial"/>
                <a:cs typeface="Arial"/>
              </a:defRPr>
            </a:lvl9pPr>
          </a:lstStyle>
          <a:p xmlns:a="http://schemas.openxmlformats.org/drawingml/2006/main">
            <a:pPr>
              <a:buNone/>
              <a:defRPr sz="1950" b="0">
                <a:solidFill>
                  <a:srgbClr val="2B2540"/>
                </a:solidFill>
                <a:latin typeface="Arial"/>
                <a:ea typeface="Arial"/>
                <a:cs typeface="Arial"/>
              </a:defRPr>
            </a:pPr>
            <a:r>
              <a:rPr sz="1950" b="0">
                <a:solidFill>
                  <a:srgbClr val="2B2540"/>
                </a:solidFill>
                <a:latin typeface="Arial"/>
                <a:ea typeface="Arial"/>
                <a:cs typeface="Arial"/>
              </a:rPr>
              <a:t>75 за Assignment 1 и 80 за Midterm. Уже набрано 23,4 из итоговых 100.</a:t>
            </a:r>
          </a:p>
        </p:txBody>
      </p:sp>
      <p:graphicFrame>
        <p:nvGraphicFramePr>
          <p:cNvPr id="10" name="">
            <a:extLst xmlns:a="http://schemas.openxmlformats.org/drawingml/2006/main">
              <a:ext uri="{FF2B5EF4-FFF2-40B4-BE49-F238E27FC236}">
                <a16:creationId xmlns:a16="http://schemas.microsoft.com/office/drawing/2014/main" id="{F9C5D861-3114-447C-A05F-A230B39F24ED}"/>
              </a:ext>
            </a:extLst>
          </p:cNvPr>
          <p:cNvGraphicFramePr/>
          <p:nvPr/>
        </p:nvGraphicFramePr>
        <p:xfrm>
          <a:off xmlns:a="http://schemas.openxmlformats.org/drawingml/2006/main" x="685800" y="3857625"/>
          <a:ext xmlns:a="http://schemas.openxmlformats.org/drawingml/2006/main" cx="10820400" cy="2143125"/>
        </p:xfrm>
        <a:graphic xmlns:a="http://schemas.openxmlformats.org/drawingml/2006/main">
          <a:graphicData uri="http://schemas.openxmlformats.org/drawingml/2006/table">
            <a:tbl>
              <a:tblPr firstRow="1" bandRow="0"/>
              <a:tblGrid>
                <a:gridCol w="4857750"/>
                <a:gridCol w="2286000"/>
                <a:gridCol w="3676650"/>
              </a:tblGrid>
              <a:tr h="428625">
                <a:tc>
                  <a:txBody>
                    <a:bodyPr lIns="133350" tIns="66675" rIns="95250" bIns="66675"/>
                    <a:lstStyle/>
                    <a:p>
                      <a:r>
                        <a:rPr sz="1800" b="1">
                          <a:solidFill>
                            <a:srgbClr val="FFFFFF"/>
                          </a:solidFill>
                          <a:latin typeface="Arial"/>
                          <a:ea typeface="Arial"/>
                          <a:cs typeface="Arial"/>
                        </a:rPr>
                        <a:t>Оставшаяся работа</a:t>
                      </a:r>
                    </a:p>
                  </a:txBody>
                  <a:tcPr marL="91440" marR="91440" marT="45720" marB="45720" anchor="ctr">
                    <a:lnL w="5715">
                      <a:solidFill>
                        <a:srgbClr val="D8D0E1"/>
                      </a:solidFill>
                      <a:prstDash val="solid"/>
                    </a:lnL>
                    <a:lnR w="5715">
                      <a:solidFill>
                        <a:srgbClr val="D8D0E1"/>
                      </a:solidFill>
                      <a:prstDash val="solid"/>
                    </a:lnR>
                    <a:lnT w="5715">
                      <a:solidFill>
                        <a:srgbClr val="D8D0E1"/>
                      </a:solidFill>
                      <a:prstDash val="solid"/>
                    </a:lnT>
                    <a:lnB w="5715">
                      <a:solidFill>
                        <a:srgbClr val="D8D0E1"/>
                      </a:solidFill>
                      <a:prstDash val="solid"/>
                    </a:lnB>
                    <a:solidFill>
                      <a:srgbClr val="6746BB"/>
                    </a:solidFill>
                  </a:tcPr>
                </a:tc>
                <a:tc>
                  <a:txBody>
                    <a:bodyPr lIns="133350" tIns="66675" rIns="95250" bIns="66675"/>
                    <a:lstStyle/>
                    <a:p>
                      <a:r>
                        <a:rPr sz="1800" b="1">
                          <a:solidFill>
                            <a:srgbClr val="FFFFFF"/>
                          </a:solidFill>
                          <a:latin typeface="Arial"/>
                          <a:ea typeface="Arial"/>
                          <a:cs typeface="Arial"/>
                        </a:rPr>
                        <a:t>Вес в итоге</a:t>
                      </a:r>
                    </a:p>
                  </a:txBody>
                  <a:tcPr marL="91440" marR="91440" marT="45720" marB="45720" anchor="ctr">
                    <a:lnR w="5715">
                      <a:solidFill>
                        <a:srgbClr val="D8D0E1"/>
                      </a:solidFill>
                      <a:prstDash val="solid"/>
                    </a:lnR>
                    <a:lnT w="5715">
                      <a:solidFill>
                        <a:srgbClr val="D8D0E1"/>
                      </a:solidFill>
                      <a:prstDash val="solid"/>
                    </a:lnT>
                    <a:lnB w="5715">
                      <a:solidFill>
                        <a:srgbClr val="D8D0E1"/>
                      </a:solidFill>
                      <a:prstDash val="solid"/>
                    </a:lnB>
                    <a:solidFill>
                      <a:srgbClr val="6746BB"/>
                    </a:solidFill>
                  </a:tcPr>
                </a:tc>
                <a:tc>
                  <a:txBody>
                    <a:bodyPr lIns="133350" tIns="66675" rIns="95250" bIns="66675"/>
                    <a:lstStyle/>
                    <a:p>
                      <a:r>
                        <a:rPr sz="1800" b="1">
                          <a:solidFill>
                            <a:srgbClr val="FFFFFF"/>
                          </a:solidFill>
                          <a:latin typeface="Arial"/>
                          <a:ea typeface="Arial"/>
                          <a:cs typeface="Arial"/>
                        </a:rPr>
                        <a:t>Равномерный план</a:t>
                      </a:r>
                    </a:p>
                  </a:txBody>
                  <a:tcPr marL="91440" marR="91440" marT="45720" marB="45720" anchor="ctr">
                    <a:lnR w="5715">
                      <a:solidFill>
                        <a:srgbClr val="D8D0E1"/>
                      </a:solidFill>
                      <a:prstDash val="solid"/>
                    </a:lnR>
                    <a:lnT w="5715">
                      <a:solidFill>
                        <a:srgbClr val="D8D0E1"/>
                      </a:solidFill>
                      <a:prstDash val="solid"/>
                    </a:lnT>
                    <a:lnB w="5715">
                      <a:solidFill>
                        <a:srgbClr val="D8D0E1"/>
                      </a:solidFill>
                      <a:prstDash val="solid"/>
                    </a:lnB>
                    <a:solidFill>
                      <a:srgbClr val="6746BB"/>
                    </a:solidFill>
                  </a:tcPr>
                </a:tc>
              </a:tr>
              <a:tr h="428625">
                <a:tc>
                  <a:txBody>
                    <a:bodyPr lIns="133350" tIns="66675" rIns="95250" bIns="66675"/>
                    <a:lstStyle/>
                    <a:p>
                      <a:r>
                        <a:rPr sz="1800" b="0">
                          <a:solidFill>
                            <a:srgbClr val="2B2540"/>
                          </a:solidFill>
                          <a:latin typeface="Arial"/>
                          <a:ea typeface="Arial"/>
                          <a:cs typeface="Arial"/>
                        </a:rPr>
                        <a:t>Assignment 2</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6%</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96 / 100</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r h="428625">
                <a:tc>
                  <a:txBody>
                    <a:bodyPr lIns="133350" tIns="66675" rIns="95250" bIns="66675"/>
                    <a:lstStyle/>
                    <a:p>
                      <a:r>
                        <a:rPr sz="1800" b="0">
                          <a:solidFill>
                            <a:srgbClr val="2B2540"/>
                          </a:solidFill>
                          <a:latin typeface="Arial"/>
                          <a:ea typeface="Arial"/>
                          <a:cs typeface="Arial"/>
                        </a:rPr>
                        <a:t>Assignment 3</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6%</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96 / 100</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r h="428625">
                <a:tc>
                  <a:txBody>
                    <a:bodyPr lIns="133350" tIns="66675" rIns="95250" bIns="66675"/>
                    <a:lstStyle/>
                    <a:p>
                      <a:r>
                        <a:rPr sz="1800" b="0">
                          <a:solidFill>
                            <a:srgbClr val="2B2540"/>
                          </a:solidFill>
                          <a:latin typeface="Arial"/>
                          <a:ea typeface="Arial"/>
                          <a:cs typeface="Arial"/>
                        </a:rPr>
                        <a:t>Endterm</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18%</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96 / 100</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r h="428625">
                <a:tc>
                  <a:txBody>
                    <a:bodyPr lIns="133350" tIns="66675" rIns="95250" bIns="66675"/>
                    <a:lstStyle/>
                    <a:p>
                      <a:r>
                        <a:rPr sz="1800" b="0">
                          <a:solidFill>
                            <a:srgbClr val="2B2540"/>
                          </a:solidFill>
                          <a:latin typeface="Arial"/>
                          <a:ea typeface="Arial"/>
                          <a:cs typeface="Arial"/>
                        </a:rPr>
                        <a:t>Final exam</a:t>
                      </a:r>
                    </a:p>
                  </a:txBody>
                  <a:tcPr marL="91440" marR="91440" marT="45720" marB="45720" anchor="ctr">
                    <a:lnL w="5715">
                      <a:solidFill>
                        <a:srgbClr val="D8D0E1"/>
                      </a:solidFill>
                      <a:prstDash val="solid"/>
                    </a:lnL>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40%</a:t>
                      </a:r>
                    </a:p>
                  </a:txBody>
                  <a:tcPr marL="91440" marR="91440" marT="45720" marB="45720" anchor="ctr">
                    <a:lnR w="5715">
                      <a:solidFill>
                        <a:srgbClr val="D8D0E1"/>
                      </a:solidFill>
                      <a:prstDash val="solid"/>
                    </a:lnR>
                    <a:lnB w="5715">
                      <a:solidFill>
                        <a:srgbClr val="D8D0E1"/>
                      </a:solidFill>
                      <a:prstDash val="solid"/>
                    </a:lnB>
                    <a:solidFill>
                      <a:srgbClr val="F8F6F0"/>
                    </a:solidFill>
                  </a:tcPr>
                </a:tc>
                <a:tc>
                  <a:txBody>
                    <a:bodyPr lIns="133350" tIns="66675" rIns="95250" bIns="66675"/>
                    <a:lstStyle/>
                    <a:p>
                      <a:r>
                        <a:rPr sz="1800" b="0">
                          <a:solidFill>
                            <a:srgbClr val="2B2540"/>
                          </a:solidFill>
                          <a:latin typeface="Arial"/>
                          <a:ea typeface="Arial"/>
                          <a:cs typeface="Arial"/>
                        </a:rPr>
                        <a:t>96 / 100</a:t>
                      </a:r>
                    </a:p>
                  </a:txBody>
                  <a:tcPr marL="91440" marR="91440" marT="45720" marB="45720" anchor="ctr">
                    <a:lnR w="5715">
                      <a:solidFill>
                        <a:srgbClr val="D8D0E1"/>
                      </a:solidFill>
                      <a:prstDash val="solid"/>
                    </a:lnR>
                    <a:lnB w="5715">
                      <a:solidFill>
                        <a:srgbClr val="D8D0E1"/>
                      </a:solidFill>
                      <a:prstDash val="solid"/>
                    </a:lnB>
                    <a:solidFill>
                      <a:srgbClr val="F8F6F0"/>
                    </a:solidFill>
                  </a:tcPr>
                </a:tc>
              </a:tr>
            </a:tbl>
          </a:graphicData>
        </a:graphic>
      </p:graphicFrame>
      <p:sp>
        <p:nvSpPr>
          <p:cNvPr id="11" name="План даёт итог 90,6. Баллы можно перераспреде">
            <a:extLst xmlns:a="http://schemas.openxmlformats.org/drawingml/2006/main">
              <a:ext uri="{FF2B5EF4-FFF2-40B4-BE49-F238E27FC236}">
                <a16:creationId xmlns:a16="http://schemas.microsoft.com/office/drawing/2014/main" id="{68B1911A-C769-4A5B-9046-3091561564B4}"/>
              </a:ext>
            </a:extLst>
          </p:cNvPr>
          <p:cNvSpPr>
            <a:spLocks xmlns:a="http://schemas.openxmlformats.org/drawingml/2006/main" noGrp="1"/>
          </p:cNvSpPr>
          <p:nvPr/>
        </p:nvSpPr>
        <p:spPr>
          <a:xfrm xmlns:a="http://schemas.openxmlformats.org/drawingml/2006/main">
            <a:off x="685800" y="6143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746A80"/>
                </a:solidFill>
                <a:latin typeface="Arial"/>
                <a:ea typeface="Arial"/>
                <a:cs typeface="Arial"/>
              </a:defRPr>
            </a:defPPr>
            <a:lvl1pPr>
              <a:buNone/>
              <a:defRPr sz="1725" b="0">
                <a:solidFill>
                  <a:srgbClr val="746A80"/>
                </a:solidFill>
                <a:latin typeface="Arial"/>
                <a:ea typeface="Arial"/>
                <a:cs typeface="Arial"/>
              </a:defRPr>
            </a:lvl1pPr>
            <a:lvl2pPr>
              <a:buNone/>
              <a:defRPr sz="1725" b="0">
                <a:solidFill>
                  <a:srgbClr val="746A80"/>
                </a:solidFill>
                <a:latin typeface="Arial"/>
                <a:ea typeface="Arial"/>
                <a:cs typeface="Arial"/>
              </a:defRPr>
            </a:lvl2pPr>
            <a:lvl3pPr>
              <a:buNone/>
              <a:defRPr sz="1725" b="0">
                <a:solidFill>
                  <a:srgbClr val="746A80"/>
                </a:solidFill>
                <a:latin typeface="Arial"/>
                <a:ea typeface="Arial"/>
                <a:cs typeface="Arial"/>
              </a:defRPr>
            </a:lvl3pPr>
            <a:lvl4pPr>
              <a:buNone/>
              <a:defRPr sz="1725" b="0">
                <a:solidFill>
                  <a:srgbClr val="746A80"/>
                </a:solidFill>
                <a:latin typeface="Arial"/>
                <a:ea typeface="Arial"/>
                <a:cs typeface="Arial"/>
              </a:defRPr>
            </a:lvl4pPr>
            <a:lvl5pPr>
              <a:buNone/>
              <a:defRPr sz="1725" b="0">
                <a:solidFill>
                  <a:srgbClr val="746A80"/>
                </a:solidFill>
                <a:latin typeface="Arial"/>
                <a:ea typeface="Arial"/>
                <a:cs typeface="Arial"/>
              </a:defRPr>
            </a:lvl5pPr>
            <a:lvl6pPr>
              <a:buNone/>
              <a:defRPr sz="1725" b="0">
                <a:solidFill>
                  <a:srgbClr val="746A80"/>
                </a:solidFill>
                <a:latin typeface="Arial"/>
                <a:ea typeface="Arial"/>
                <a:cs typeface="Arial"/>
              </a:defRPr>
            </a:lvl6pPr>
            <a:lvl7pPr>
              <a:buNone/>
              <a:defRPr sz="1725" b="0">
                <a:solidFill>
                  <a:srgbClr val="746A80"/>
                </a:solidFill>
                <a:latin typeface="Arial"/>
                <a:ea typeface="Arial"/>
                <a:cs typeface="Arial"/>
              </a:defRPr>
            </a:lvl7pPr>
            <a:lvl8pPr>
              <a:buNone/>
              <a:defRPr sz="1725" b="0">
                <a:solidFill>
                  <a:srgbClr val="746A80"/>
                </a:solidFill>
                <a:latin typeface="Arial"/>
                <a:ea typeface="Arial"/>
                <a:cs typeface="Arial"/>
              </a:defRPr>
            </a:lvl8pPr>
            <a:lvl9pPr>
              <a:buNone/>
              <a:defRPr sz="1725" b="0">
                <a:solidFill>
                  <a:srgbClr val="746A80"/>
                </a:solidFill>
                <a:latin typeface="Arial"/>
                <a:ea typeface="Arial"/>
                <a:cs typeface="Arial"/>
              </a:defRPr>
            </a:lvl9pPr>
          </a:lstStyle>
          <a:p xmlns:a="http://schemas.openxmlformats.org/drawingml/2006/main">
            <a:pPr>
              <a:buNone/>
              <a:defRPr sz="1725" b="0">
                <a:solidFill>
                  <a:srgbClr val="746A80"/>
                </a:solidFill>
                <a:latin typeface="Arial"/>
                <a:ea typeface="Arial"/>
                <a:cs typeface="Arial"/>
              </a:defRPr>
            </a:pPr>
            <a:r>
              <a:rPr sz="1725" b="0">
                <a:solidFill>
                  <a:srgbClr val="746A80"/>
                </a:solidFill>
                <a:latin typeface="Arial"/>
                <a:ea typeface="Arial"/>
                <a:cs typeface="Arial"/>
              </a:rPr>
              <a:t>План даёт итог 90,6. Баллы можно перераспределить между работами.</a:t>
            </a:r>
          </a:p>
        </p:txBody>
      </p:sp>
    </p:spTree>
    <p:extLst>
      <p:ext uri="{BB962C8B-B14F-4D97-AF65-F5344CB8AC3E}">
        <p14:creationId xmlns:p14="http://schemas.microsoft.com/office/powerpoint/2010/main" val="955862280"/>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178A1B0-C2F7-4748-9F40-AC5908153CA0}"/>
              </a:ext>
            </a:extLst>
          </p:cNvPr>
          <p:cNvSpPr>
            <a:spLocks xmlns:a="http://schemas.openxmlformats.org/drawingml/2006/main" noGrp="1"/>
          </p:cNvSpPr>
          <p:nvPr/>
        </p:nvSpPr>
        <p:spPr>
          <a:xfrm xmlns:a="http://schemas.openxmlformats.org/drawingml/2006/main">
            <a:off x="685800" y="49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B2540"/>
                </a:solidFill>
                <a:latin typeface="Arial"/>
                <a:ea typeface="Arial"/>
                <a:cs typeface="Arial"/>
              </a:defRPr>
            </a:defPPr>
            <a:lvl1pPr>
              <a:buNone/>
              <a:defRPr sz="3450" b="1">
                <a:solidFill>
                  <a:srgbClr val="2B2540"/>
                </a:solidFill>
                <a:latin typeface="Arial"/>
                <a:ea typeface="Arial"/>
                <a:cs typeface="Arial"/>
              </a:defRPr>
            </a:lvl1pPr>
            <a:lvl2pPr>
              <a:buNone/>
              <a:defRPr sz="3450" b="1">
                <a:solidFill>
                  <a:srgbClr val="2B2540"/>
                </a:solidFill>
                <a:latin typeface="Arial"/>
                <a:ea typeface="Arial"/>
                <a:cs typeface="Arial"/>
              </a:defRPr>
            </a:lvl2pPr>
            <a:lvl3pPr>
              <a:buNone/>
              <a:defRPr sz="3450" b="1">
                <a:solidFill>
                  <a:srgbClr val="2B2540"/>
                </a:solidFill>
                <a:latin typeface="Arial"/>
                <a:ea typeface="Arial"/>
                <a:cs typeface="Arial"/>
              </a:defRPr>
            </a:lvl3pPr>
            <a:lvl4pPr>
              <a:buNone/>
              <a:defRPr sz="3450" b="1">
                <a:solidFill>
                  <a:srgbClr val="2B2540"/>
                </a:solidFill>
                <a:latin typeface="Arial"/>
                <a:ea typeface="Arial"/>
                <a:cs typeface="Arial"/>
              </a:defRPr>
            </a:lvl4pPr>
            <a:lvl5pPr>
              <a:buNone/>
              <a:defRPr sz="3450" b="1">
                <a:solidFill>
                  <a:srgbClr val="2B2540"/>
                </a:solidFill>
                <a:latin typeface="Arial"/>
                <a:ea typeface="Arial"/>
                <a:cs typeface="Arial"/>
              </a:defRPr>
            </a:lvl5pPr>
            <a:lvl6pPr>
              <a:buNone/>
              <a:defRPr sz="3450" b="1">
                <a:solidFill>
                  <a:srgbClr val="2B2540"/>
                </a:solidFill>
                <a:latin typeface="Arial"/>
                <a:ea typeface="Arial"/>
                <a:cs typeface="Arial"/>
              </a:defRPr>
            </a:lvl6pPr>
            <a:lvl7pPr>
              <a:buNone/>
              <a:defRPr sz="3450" b="1">
                <a:solidFill>
                  <a:srgbClr val="2B2540"/>
                </a:solidFill>
                <a:latin typeface="Arial"/>
                <a:ea typeface="Arial"/>
                <a:cs typeface="Arial"/>
              </a:defRPr>
            </a:lvl7pPr>
            <a:lvl8pPr>
              <a:buNone/>
              <a:defRPr sz="3450" b="1">
                <a:solidFill>
                  <a:srgbClr val="2B2540"/>
                </a:solidFill>
                <a:latin typeface="Arial"/>
                <a:ea typeface="Arial"/>
                <a:cs typeface="Arial"/>
              </a:defRPr>
            </a:lvl8pPr>
            <a:lvl9pPr>
              <a:buNone/>
              <a:defRPr sz="3450" b="1">
                <a:solidFill>
                  <a:srgbClr val="2B2540"/>
                </a:solidFill>
                <a:latin typeface="Arial"/>
                <a:ea typeface="Arial"/>
                <a:cs typeface="Arial"/>
              </a:defRPr>
            </a:lvl9pPr>
          </a:lstStyle>
          <a:p xmlns:a="http://schemas.openxmlformats.org/drawingml/2006/main">
            <a:pPr>
              <a:buNone/>
              <a:defRPr sz="3450" b="1">
                <a:solidFill>
                  <a:srgbClr val="2B2540"/>
                </a:solidFill>
                <a:latin typeface="Arial"/>
                <a:ea typeface="Arial"/>
                <a:cs typeface="Arial"/>
              </a:defRPr>
            </a:pPr>
            <a:r>
              <a:rPr sz="3450" b="1">
                <a:solidFill>
                  <a:srgbClr val="2B2540"/>
                </a:solidFill>
                <a:latin typeface="Arial"/>
                <a:ea typeface="Arial"/>
                <a:cs typeface="Arial"/>
              </a:rPr>
              <a:t>Подготовка по материалам предмета</a:t>
            </a:r>
          </a:p>
        </p:txBody>
      </p:sp>
      <p:sp>
        <p:nvSpPr>
          <p:cNvPr id="2" name="06">
            <a:extLst xmlns:a="http://schemas.openxmlformats.org/drawingml/2006/main">
              <a:ext uri="{FF2B5EF4-FFF2-40B4-BE49-F238E27FC236}">
                <a16:creationId xmlns:a16="http://schemas.microsoft.com/office/drawing/2014/main" id="{940A5F71-5F19-4FFD-BF8D-70C016F97E35}"/>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746A80"/>
                </a:solidFill>
                <a:latin typeface="Arial"/>
                <a:ea typeface="Arial"/>
                <a:cs typeface="Arial"/>
              </a:defRPr>
            </a:defPPr>
            <a:lvl1pPr algn="r">
              <a:buNone/>
              <a:defRPr sz="1275" b="0">
                <a:solidFill>
                  <a:srgbClr val="746A80"/>
                </a:solidFill>
                <a:latin typeface="Arial"/>
                <a:ea typeface="Arial"/>
                <a:cs typeface="Arial"/>
              </a:defRPr>
            </a:lvl1pPr>
            <a:lvl2pPr algn="r">
              <a:buNone/>
              <a:defRPr sz="1275" b="0">
                <a:solidFill>
                  <a:srgbClr val="746A80"/>
                </a:solidFill>
                <a:latin typeface="Arial"/>
                <a:ea typeface="Arial"/>
                <a:cs typeface="Arial"/>
              </a:defRPr>
            </a:lvl2pPr>
            <a:lvl3pPr algn="r">
              <a:buNone/>
              <a:defRPr sz="1275" b="0">
                <a:solidFill>
                  <a:srgbClr val="746A80"/>
                </a:solidFill>
                <a:latin typeface="Arial"/>
                <a:ea typeface="Arial"/>
                <a:cs typeface="Arial"/>
              </a:defRPr>
            </a:lvl3pPr>
            <a:lvl4pPr algn="r">
              <a:buNone/>
              <a:defRPr sz="1275" b="0">
                <a:solidFill>
                  <a:srgbClr val="746A80"/>
                </a:solidFill>
                <a:latin typeface="Arial"/>
                <a:ea typeface="Arial"/>
                <a:cs typeface="Arial"/>
              </a:defRPr>
            </a:lvl4pPr>
            <a:lvl5pPr algn="r">
              <a:buNone/>
              <a:defRPr sz="1275" b="0">
                <a:solidFill>
                  <a:srgbClr val="746A80"/>
                </a:solidFill>
                <a:latin typeface="Arial"/>
                <a:ea typeface="Arial"/>
                <a:cs typeface="Arial"/>
              </a:defRPr>
            </a:lvl5pPr>
            <a:lvl6pPr algn="r">
              <a:buNone/>
              <a:defRPr sz="1275" b="0">
                <a:solidFill>
                  <a:srgbClr val="746A80"/>
                </a:solidFill>
                <a:latin typeface="Arial"/>
                <a:ea typeface="Arial"/>
                <a:cs typeface="Arial"/>
              </a:defRPr>
            </a:lvl6pPr>
            <a:lvl7pPr algn="r">
              <a:buNone/>
              <a:defRPr sz="1275" b="0">
                <a:solidFill>
                  <a:srgbClr val="746A80"/>
                </a:solidFill>
                <a:latin typeface="Arial"/>
                <a:ea typeface="Arial"/>
                <a:cs typeface="Arial"/>
              </a:defRPr>
            </a:lvl7pPr>
            <a:lvl8pPr algn="r">
              <a:buNone/>
              <a:defRPr sz="1275" b="0">
                <a:solidFill>
                  <a:srgbClr val="746A80"/>
                </a:solidFill>
                <a:latin typeface="Arial"/>
                <a:ea typeface="Arial"/>
                <a:cs typeface="Arial"/>
              </a:defRPr>
            </a:lvl8pPr>
            <a:lvl9pPr algn="r">
              <a:buNone/>
              <a:defRPr sz="1275" b="0">
                <a:solidFill>
                  <a:srgbClr val="746A80"/>
                </a:solidFill>
                <a:latin typeface="Arial"/>
                <a:ea typeface="Arial"/>
                <a:cs typeface="Arial"/>
              </a:defRPr>
            </a:lvl9pPr>
          </a:lstStyle>
          <a:p xmlns:a="http://schemas.openxmlformats.org/drawingml/2006/main">
            <a:pPr algn="r">
              <a:buNone/>
              <a:defRPr sz="1275" b="0">
                <a:solidFill>
                  <a:srgbClr val="746A80"/>
                </a:solidFill>
                <a:latin typeface="Arial"/>
                <a:ea typeface="Arial"/>
                <a:cs typeface="Arial"/>
              </a:defRPr>
            </a:pPr>
            <a:r>
              <a:rPr sz="1275" b="0">
                <a:solidFill>
                  <a:srgbClr val="746A80"/>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06456183-8477-4E25-9CB5-242EF242CA47}"/>
              </a:ext>
            </a:extLst>
          </p:cNvPr>
          <p:cNvPicPr>
            <a:picLocks xmlns:a="http://schemas.openxmlformats.org/drawingml/2006/main" noChangeAspect="1"/>
          </p:cNvPicPr>
          <p:nvPr/>
        </p:nvPicPr>
        <p:blipFill>
          <a:blip xmlns:r="http://schemas.openxmlformats.org/officeDocument/2006/relationships" xmlns:a="http://schemas.openxmlformats.org/drawingml/2006/main" r:embed="R8b0f87046e8c4928"/>
          <a:stretch xmlns:a="http://schemas.openxmlformats.org/drawingml/2006/main"/>
        </p:blipFill>
        <p:spPr>
          <a:xfrm xmlns:a="http://schemas.openxmlformats.org/drawingml/2006/main">
            <a:off x="1746621" y="1362075"/>
            <a:ext cx="8698758" cy="4743450"/>
          </a:xfrm>
          <a:prstGeom xmlns:a="http://schemas.openxmlformats.org/drawingml/2006/main" prst="rect">
            <a:avLst/>
          </a:prstGeom>
        </p:spPr>
      </p:pic>
      <p:sp>
        <p:nvSpPr>
          <p:cNvPr id="4" name="Конспект, карточки и вопросы опираются на выб">
            <a:extLst xmlns:a="http://schemas.openxmlformats.org/drawingml/2006/main">
              <a:ext uri="{FF2B5EF4-FFF2-40B4-BE49-F238E27FC236}">
                <a16:creationId xmlns:a16="http://schemas.microsoft.com/office/drawing/2014/main" id="{733731A3-A8AD-4D0D-9D04-8126EC380674}"/>
              </a:ext>
            </a:extLst>
          </p:cNvPr>
          <p:cNvSpPr>
            <a:spLocks xmlns:a="http://schemas.openxmlformats.org/drawingml/2006/main" noGrp="1"/>
          </p:cNvSpPr>
          <p:nvPr/>
        </p:nvSpPr>
        <p:spPr>
          <a:xfrm xmlns:a="http://schemas.openxmlformats.org/drawingml/2006/main">
            <a:off x="685800" y="6200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746A80"/>
                </a:solidFill>
                <a:latin typeface="Arial"/>
                <a:ea typeface="Arial"/>
                <a:cs typeface="Arial"/>
              </a:defRPr>
            </a:defPPr>
            <a:lvl1pPr>
              <a:buNone/>
              <a:defRPr sz="1725" b="0">
                <a:solidFill>
                  <a:srgbClr val="746A80"/>
                </a:solidFill>
                <a:latin typeface="Arial"/>
                <a:ea typeface="Arial"/>
                <a:cs typeface="Arial"/>
              </a:defRPr>
            </a:lvl1pPr>
            <a:lvl2pPr>
              <a:buNone/>
              <a:defRPr sz="1725" b="0">
                <a:solidFill>
                  <a:srgbClr val="746A80"/>
                </a:solidFill>
                <a:latin typeface="Arial"/>
                <a:ea typeface="Arial"/>
                <a:cs typeface="Arial"/>
              </a:defRPr>
            </a:lvl2pPr>
            <a:lvl3pPr>
              <a:buNone/>
              <a:defRPr sz="1725" b="0">
                <a:solidFill>
                  <a:srgbClr val="746A80"/>
                </a:solidFill>
                <a:latin typeface="Arial"/>
                <a:ea typeface="Arial"/>
                <a:cs typeface="Arial"/>
              </a:defRPr>
            </a:lvl3pPr>
            <a:lvl4pPr>
              <a:buNone/>
              <a:defRPr sz="1725" b="0">
                <a:solidFill>
                  <a:srgbClr val="746A80"/>
                </a:solidFill>
                <a:latin typeface="Arial"/>
                <a:ea typeface="Arial"/>
                <a:cs typeface="Arial"/>
              </a:defRPr>
            </a:lvl4pPr>
            <a:lvl5pPr>
              <a:buNone/>
              <a:defRPr sz="1725" b="0">
                <a:solidFill>
                  <a:srgbClr val="746A80"/>
                </a:solidFill>
                <a:latin typeface="Arial"/>
                <a:ea typeface="Arial"/>
                <a:cs typeface="Arial"/>
              </a:defRPr>
            </a:lvl5pPr>
            <a:lvl6pPr>
              <a:buNone/>
              <a:defRPr sz="1725" b="0">
                <a:solidFill>
                  <a:srgbClr val="746A80"/>
                </a:solidFill>
                <a:latin typeface="Arial"/>
                <a:ea typeface="Arial"/>
                <a:cs typeface="Arial"/>
              </a:defRPr>
            </a:lvl6pPr>
            <a:lvl7pPr>
              <a:buNone/>
              <a:defRPr sz="1725" b="0">
                <a:solidFill>
                  <a:srgbClr val="746A80"/>
                </a:solidFill>
                <a:latin typeface="Arial"/>
                <a:ea typeface="Arial"/>
                <a:cs typeface="Arial"/>
              </a:defRPr>
            </a:lvl7pPr>
            <a:lvl8pPr>
              <a:buNone/>
              <a:defRPr sz="1725" b="0">
                <a:solidFill>
                  <a:srgbClr val="746A80"/>
                </a:solidFill>
                <a:latin typeface="Arial"/>
                <a:ea typeface="Arial"/>
                <a:cs typeface="Arial"/>
              </a:defRPr>
            </a:lvl8pPr>
            <a:lvl9pPr>
              <a:buNone/>
              <a:defRPr sz="1725" b="0">
                <a:solidFill>
                  <a:srgbClr val="746A80"/>
                </a:solidFill>
                <a:latin typeface="Arial"/>
                <a:ea typeface="Arial"/>
                <a:cs typeface="Arial"/>
              </a:defRPr>
            </a:lvl9pPr>
          </a:lstStyle>
          <a:p xmlns:a="http://schemas.openxmlformats.org/drawingml/2006/main">
            <a:pPr>
              <a:buNone/>
              <a:defRPr sz="1725" b="0">
                <a:solidFill>
                  <a:srgbClr val="746A80"/>
                </a:solidFill>
                <a:latin typeface="Arial"/>
                <a:ea typeface="Arial"/>
                <a:cs typeface="Arial"/>
              </a:defRPr>
            </a:pPr>
            <a:r>
              <a:rPr sz="1725" b="0">
                <a:solidFill>
                  <a:srgbClr val="746A80"/>
                </a:solidFill>
                <a:latin typeface="Arial"/>
                <a:ea typeface="Arial"/>
                <a:cs typeface="Arial"/>
              </a:rPr>
              <a:t>Свои источники, проверяемые цитаты и конспект для скачивания</a:t>
            </a:r>
          </a:p>
        </p:txBody>
      </p:sp>
    </p:spTree>
    <p:extLst>
      <p:ext uri="{BB962C8B-B14F-4D97-AF65-F5344CB8AC3E}">
        <p14:creationId xmlns:p14="http://schemas.microsoft.com/office/powerpoint/2010/main" val="1041050297"/>
      </p:ext>
    </p:extLst>
  </p:cSld>
</p:sld>
</file>

<file path=ppt/slides/slide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FDBCAED-A1AE-4B54-A6C3-4943452D0D44}"/>
              </a:ext>
            </a:extLst>
          </p:cNvPr>
          <p:cNvSpPr>
            <a:spLocks xmlns:a="http://schemas.openxmlformats.org/drawingml/2006/main" noGrp="1"/>
          </p:cNvSpPr>
          <p:nvPr/>
        </p:nvSpPr>
        <p:spPr>
          <a:xfrm xmlns:a="http://schemas.openxmlformats.org/drawingml/2006/main">
            <a:off x="685800" y="49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B2540"/>
                </a:solidFill>
                <a:latin typeface="Arial"/>
                <a:ea typeface="Arial"/>
                <a:cs typeface="Arial"/>
              </a:defRPr>
            </a:defPPr>
            <a:lvl1pPr>
              <a:buNone/>
              <a:defRPr sz="3450" b="1">
                <a:solidFill>
                  <a:srgbClr val="2B2540"/>
                </a:solidFill>
                <a:latin typeface="Arial"/>
                <a:ea typeface="Arial"/>
                <a:cs typeface="Arial"/>
              </a:defRPr>
            </a:lvl1pPr>
            <a:lvl2pPr>
              <a:buNone/>
              <a:defRPr sz="3450" b="1">
                <a:solidFill>
                  <a:srgbClr val="2B2540"/>
                </a:solidFill>
                <a:latin typeface="Arial"/>
                <a:ea typeface="Arial"/>
                <a:cs typeface="Arial"/>
              </a:defRPr>
            </a:lvl2pPr>
            <a:lvl3pPr>
              <a:buNone/>
              <a:defRPr sz="3450" b="1">
                <a:solidFill>
                  <a:srgbClr val="2B2540"/>
                </a:solidFill>
                <a:latin typeface="Arial"/>
                <a:ea typeface="Arial"/>
                <a:cs typeface="Arial"/>
              </a:defRPr>
            </a:lvl3pPr>
            <a:lvl4pPr>
              <a:buNone/>
              <a:defRPr sz="3450" b="1">
                <a:solidFill>
                  <a:srgbClr val="2B2540"/>
                </a:solidFill>
                <a:latin typeface="Arial"/>
                <a:ea typeface="Arial"/>
                <a:cs typeface="Arial"/>
              </a:defRPr>
            </a:lvl4pPr>
            <a:lvl5pPr>
              <a:buNone/>
              <a:defRPr sz="3450" b="1">
                <a:solidFill>
                  <a:srgbClr val="2B2540"/>
                </a:solidFill>
                <a:latin typeface="Arial"/>
                <a:ea typeface="Arial"/>
                <a:cs typeface="Arial"/>
              </a:defRPr>
            </a:lvl5pPr>
            <a:lvl6pPr>
              <a:buNone/>
              <a:defRPr sz="3450" b="1">
                <a:solidFill>
                  <a:srgbClr val="2B2540"/>
                </a:solidFill>
                <a:latin typeface="Arial"/>
                <a:ea typeface="Arial"/>
                <a:cs typeface="Arial"/>
              </a:defRPr>
            </a:lvl6pPr>
            <a:lvl7pPr>
              <a:buNone/>
              <a:defRPr sz="3450" b="1">
                <a:solidFill>
                  <a:srgbClr val="2B2540"/>
                </a:solidFill>
                <a:latin typeface="Arial"/>
                <a:ea typeface="Arial"/>
                <a:cs typeface="Arial"/>
              </a:defRPr>
            </a:lvl7pPr>
            <a:lvl8pPr>
              <a:buNone/>
              <a:defRPr sz="3450" b="1">
                <a:solidFill>
                  <a:srgbClr val="2B2540"/>
                </a:solidFill>
                <a:latin typeface="Arial"/>
                <a:ea typeface="Arial"/>
                <a:cs typeface="Arial"/>
              </a:defRPr>
            </a:lvl8pPr>
            <a:lvl9pPr>
              <a:buNone/>
              <a:defRPr sz="3450" b="1">
                <a:solidFill>
                  <a:srgbClr val="2B2540"/>
                </a:solidFill>
                <a:latin typeface="Arial"/>
                <a:ea typeface="Arial"/>
                <a:cs typeface="Arial"/>
              </a:defRPr>
            </a:lvl9pPr>
          </a:lstStyle>
          <a:p xmlns:a="http://schemas.openxmlformats.org/drawingml/2006/main">
            <a:pPr>
              <a:buNone/>
              <a:defRPr sz="3450" b="1">
                <a:solidFill>
                  <a:srgbClr val="2B2540"/>
                </a:solidFill>
                <a:latin typeface="Arial"/>
                <a:ea typeface="Arial"/>
                <a:cs typeface="Arial"/>
              </a:defRPr>
            </a:pPr>
            <a:r>
              <a:rPr sz="3450" b="1">
                <a:solidFill>
                  <a:srgbClr val="2B2540"/>
                </a:solidFill>
                <a:latin typeface="Arial"/>
                <a:ea typeface="Arial"/>
                <a:cs typeface="Arial"/>
              </a:rPr>
              <a:t>Календарь подготовки</a:t>
            </a:r>
          </a:p>
        </p:txBody>
      </p:sp>
      <p:sp>
        <p:nvSpPr>
          <p:cNvPr id="2" name="07">
            <a:extLst xmlns:a="http://schemas.openxmlformats.org/drawingml/2006/main">
              <a:ext uri="{FF2B5EF4-FFF2-40B4-BE49-F238E27FC236}">
                <a16:creationId xmlns:a16="http://schemas.microsoft.com/office/drawing/2014/main" id="{B4353519-6078-4810-A7BE-9A60958C52A2}"/>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746A80"/>
                </a:solidFill>
                <a:latin typeface="Arial"/>
                <a:ea typeface="Arial"/>
                <a:cs typeface="Arial"/>
              </a:defRPr>
            </a:defPPr>
            <a:lvl1pPr algn="r">
              <a:buNone/>
              <a:defRPr sz="1275" b="0">
                <a:solidFill>
                  <a:srgbClr val="746A80"/>
                </a:solidFill>
                <a:latin typeface="Arial"/>
                <a:ea typeface="Arial"/>
                <a:cs typeface="Arial"/>
              </a:defRPr>
            </a:lvl1pPr>
            <a:lvl2pPr algn="r">
              <a:buNone/>
              <a:defRPr sz="1275" b="0">
                <a:solidFill>
                  <a:srgbClr val="746A80"/>
                </a:solidFill>
                <a:latin typeface="Arial"/>
                <a:ea typeface="Arial"/>
                <a:cs typeface="Arial"/>
              </a:defRPr>
            </a:lvl2pPr>
            <a:lvl3pPr algn="r">
              <a:buNone/>
              <a:defRPr sz="1275" b="0">
                <a:solidFill>
                  <a:srgbClr val="746A80"/>
                </a:solidFill>
                <a:latin typeface="Arial"/>
                <a:ea typeface="Arial"/>
                <a:cs typeface="Arial"/>
              </a:defRPr>
            </a:lvl3pPr>
            <a:lvl4pPr algn="r">
              <a:buNone/>
              <a:defRPr sz="1275" b="0">
                <a:solidFill>
                  <a:srgbClr val="746A80"/>
                </a:solidFill>
                <a:latin typeface="Arial"/>
                <a:ea typeface="Arial"/>
                <a:cs typeface="Arial"/>
              </a:defRPr>
            </a:lvl4pPr>
            <a:lvl5pPr algn="r">
              <a:buNone/>
              <a:defRPr sz="1275" b="0">
                <a:solidFill>
                  <a:srgbClr val="746A80"/>
                </a:solidFill>
                <a:latin typeface="Arial"/>
                <a:ea typeface="Arial"/>
                <a:cs typeface="Arial"/>
              </a:defRPr>
            </a:lvl5pPr>
            <a:lvl6pPr algn="r">
              <a:buNone/>
              <a:defRPr sz="1275" b="0">
                <a:solidFill>
                  <a:srgbClr val="746A80"/>
                </a:solidFill>
                <a:latin typeface="Arial"/>
                <a:ea typeface="Arial"/>
                <a:cs typeface="Arial"/>
              </a:defRPr>
            </a:lvl6pPr>
            <a:lvl7pPr algn="r">
              <a:buNone/>
              <a:defRPr sz="1275" b="0">
                <a:solidFill>
                  <a:srgbClr val="746A80"/>
                </a:solidFill>
                <a:latin typeface="Arial"/>
                <a:ea typeface="Arial"/>
                <a:cs typeface="Arial"/>
              </a:defRPr>
            </a:lvl7pPr>
            <a:lvl8pPr algn="r">
              <a:buNone/>
              <a:defRPr sz="1275" b="0">
                <a:solidFill>
                  <a:srgbClr val="746A80"/>
                </a:solidFill>
                <a:latin typeface="Arial"/>
                <a:ea typeface="Arial"/>
                <a:cs typeface="Arial"/>
              </a:defRPr>
            </a:lvl8pPr>
            <a:lvl9pPr algn="r">
              <a:buNone/>
              <a:defRPr sz="1275" b="0">
                <a:solidFill>
                  <a:srgbClr val="746A80"/>
                </a:solidFill>
                <a:latin typeface="Arial"/>
                <a:ea typeface="Arial"/>
                <a:cs typeface="Arial"/>
              </a:defRPr>
            </a:lvl9pPr>
          </a:lstStyle>
          <a:p xmlns:a="http://schemas.openxmlformats.org/drawingml/2006/main">
            <a:pPr algn="r">
              <a:buNone/>
              <a:defRPr sz="1275" b="0">
                <a:solidFill>
                  <a:srgbClr val="746A80"/>
                </a:solidFill>
                <a:latin typeface="Arial"/>
                <a:ea typeface="Arial"/>
                <a:cs typeface="Arial"/>
              </a:defRPr>
            </a:pPr>
            <a:r>
              <a:rPr sz="1275" b="0">
                <a:solidFill>
                  <a:srgbClr val="746A80"/>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22163E83-B0EE-48A5-8B5D-F2D20E8E8D77}"/>
              </a:ext>
            </a:extLst>
          </p:cNvPr>
          <p:cNvPicPr>
            <a:picLocks xmlns:a="http://schemas.openxmlformats.org/drawingml/2006/main" noChangeAspect="1"/>
          </p:cNvPicPr>
          <p:nvPr/>
        </p:nvPicPr>
        <p:blipFill>
          <a:blip xmlns:r="http://schemas.openxmlformats.org/officeDocument/2006/relationships" xmlns:a="http://schemas.openxmlformats.org/drawingml/2006/main" r:embed="R8e11fc49249844d6"/>
          <a:stretch xmlns:a="http://schemas.openxmlformats.org/drawingml/2006/main"/>
        </p:blipFill>
        <p:spPr>
          <a:xfrm xmlns:a="http://schemas.openxmlformats.org/drawingml/2006/main">
            <a:off x="2371236" y="1362075"/>
            <a:ext cx="7449529" cy="4743450"/>
          </a:xfrm>
          <a:prstGeom xmlns:a="http://schemas.openxmlformats.org/drawingml/2006/main" prst="rect">
            <a:avLst/>
          </a:prstGeom>
        </p:spPr>
      </p:pic>
      <p:sp>
        <p:nvSpPr>
          <p:cNvPr id="4" name="Занятия и личные дела оставляют реальные своб">
            <a:extLst xmlns:a="http://schemas.openxmlformats.org/drawingml/2006/main">
              <a:ext uri="{FF2B5EF4-FFF2-40B4-BE49-F238E27FC236}">
                <a16:creationId xmlns:a16="http://schemas.microsoft.com/office/drawing/2014/main" id="{B3692D3A-9F78-4F01-8792-6BF359EAA3DF}"/>
              </a:ext>
            </a:extLst>
          </p:cNvPr>
          <p:cNvSpPr>
            <a:spLocks xmlns:a="http://schemas.openxmlformats.org/drawingml/2006/main" noGrp="1"/>
          </p:cNvSpPr>
          <p:nvPr/>
        </p:nvSpPr>
        <p:spPr>
          <a:xfrm xmlns:a="http://schemas.openxmlformats.org/drawingml/2006/main">
            <a:off x="685800" y="6200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746A80"/>
                </a:solidFill>
                <a:latin typeface="Arial"/>
                <a:ea typeface="Arial"/>
                <a:cs typeface="Arial"/>
              </a:defRPr>
            </a:defPPr>
            <a:lvl1pPr>
              <a:buNone/>
              <a:defRPr sz="1725" b="0">
                <a:solidFill>
                  <a:srgbClr val="746A80"/>
                </a:solidFill>
                <a:latin typeface="Arial"/>
                <a:ea typeface="Arial"/>
                <a:cs typeface="Arial"/>
              </a:defRPr>
            </a:lvl1pPr>
            <a:lvl2pPr>
              <a:buNone/>
              <a:defRPr sz="1725" b="0">
                <a:solidFill>
                  <a:srgbClr val="746A80"/>
                </a:solidFill>
                <a:latin typeface="Arial"/>
                <a:ea typeface="Arial"/>
                <a:cs typeface="Arial"/>
              </a:defRPr>
            </a:lvl2pPr>
            <a:lvl3pPr>
              <a:buNone/>
              <a:defRPr sz="1725" b="0">
                <a:solidFill>
                  <a:srgbClr val="746A80"/>
                </a:solidFill>
                <a:latin typeface="Arial"/>
                <a:ea typeface="Arial"/>
                <a:cs typeface="Arial"/>
              </a:defRPr>
            </a:lvl3pPr>
            <a:lvl4pPr>
              <a:buNone/>
              <a:defRPr sz="1725" b="0">
                <a:solidFill>
                  <a:srgbClr val="746A80"/>
                </a:solidFill>
                <a:latin typeface="Arial"/>
                <a:ea typeface="Arial"/>
                <a:cs typeface="Arial"/>
              </a:defRPr>
            </a:lvl4pPr>
            <a:lvl5pPr>
              <a:buNone/>
              <a:defRPr sz="1725" b="0">
                <a:solidFill>
                  <a:srgbClr val="746A80"/>
                </a:solidFill>
                <a:latin typeface="Arial"/>
                <a:ea typeface="Arial"/>
                <a:cs typeface="Arial"/>
              </a:defRPr>
            </a:lvl5pPr>
            <a:lvl6pPr>
              <a:buNone/>
              <a:defRPr sz="1725" b="0">
                <a:solidFill>
                  <a:srgbClr val="746A80"/>
                </a:solidFill>
                <a:latin typeface="Arial"/>
                <a:ea typeface="Arial"/>
                <a:cs typeface="Arial"/>
              </a:defRPr>
            </a:lvl6pPr>
            <a:lvl7pPr>
              <a:buNone/>
              <a:defRPr sz="1725" b="0">
                <a:solidFill>
                  <a:srgbClr val="746A80"/>
                </a:solidFill>
                <a:latin typeface="Arial"/>
                <a:ea typeface="Arial"/>
                <a:cs typeface="Arial"/>
              </a:defRPr>
            </a:lvl7pPr>
            <a:lvl8pPr>
              <a:buNone/>
              <a:defRPr sz="1725" b="0">
                <a:solidFill>
                  <a:srgbClr val="746A80"/>
                </a:solidFill>
                <a:latin typeface="Arial"/>
                <a:ea typeface="Arial"/>
                <a:cs typeface="Arial"/>
              </a:defRPr>
            </a:lvl8pPr>
            <a:lvl9pPr>
              <a:buNone/>
              <a:defRPr sz="1725" b="0">
                <a:solidFill>
                  <a:srgbClr val="746A80"/>
                </a:solidFill>
                <a:latin typeface="Arial"/>
                <a:ea typeface="Arial"/>
                <a:cs typeface="Arial"/>
              </a:defRPr>
            </a:lvl9pPr>
          </a:lstStyle>
          <a:p xmlns:a="http://schemas.openxmlformats.org/drawingml/2006/main">
            <a:pPr>
              <a:buNone/>
              <a:defRPr sz="1725" b="0">
                <a:solidFill>
                  <a:srgbClr val="746A80"/>
                </a:solidFill>
                <a:latin typeface="Arial"/>
                <a:ea typeface="Arial"/>
                <a:cs typeface="Arial"/>
              </a:defRPr>
            </a:pPr>
            <a:r>
              <a:rPr sz="1725" b="0">
                <a:solidFill>
                  <a:srgbClr val="746A80"/>
                </a:solidFill>
                <a:latin typeface="Arial"/>
                <a:ea typeface="Arial"/>
                <a:cs typeface="Arial"/>
              </a:rPr>
              <a:t>Учебные блоки с перерывами занимают свободные окна между делами</a:t>
            </a:r>
          </a:p>
        </p:txBody>
      </p:sp>
    </p:spTree>
    <p:extLst>
      <p:ext uri="{BB962C8B-B14F-4D97-AF65-F5344CB8AC3E}">
        <p14:creationId xmlns:p14="http://schemas.microsoft.com/office/powerpoint/2010/main" val="1494126271"/>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A99A0970-07C6-405E-A2F5-40205C10DBFE}"/>
              </a:ext>
            </a:extLst>
          </p:cNvPr>
          <p:cNvCxnSpPr>
            <a:stCxn xmlns:a="http://schemas.openxmlformats.org/drawingml/2006/main" id="5" idx="3"/>
            <a:endCxn xmlns:a="http://schemas.openxmlformats.org/drawingml/2006/main" id="8" idx="3"/>
          </p:cNvCxnSpPr>
          <p:nvPr/>
        </p:nvCxnSpPr>
        <p:spPr>
          <a:xfrm xmlns:a="http://schemas.openxmlformats.org/drawingml/2006/main">
            <a:off x="11506200" y="2147888"/>
            <a:ext cx="228600" cy="2805113"/>
          </a:xfrm>
          <a:prstGeom xmlns:a="http://schemas.openxmlformats.org/drawingml/2006/main" prst="bentConnector4">
            <a:avLst/>
          </a:prstGeom>
          <a:ln xmlns:a="http://schemas.openxmlformats.org/drawingml/2006/main" w="19050">
            <a:solidFill>
              <a:srgbClr val="6746BB"/>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C4BFED97-2A09-4239-9F1E-2381DBC6907A}"/>
              </a:ext>
            </a:extLst>
          </p:cNvPr>
          <p:cNvCxnSpPr>
            <a:stCxn xmlns:a="http://schemas.openxmlformats.org/drawingml/2006/main" id="4" idx="3"/>
            <a:endCxn xmlns:a="http://schemas.openxmlformats.org/drawingml/2006/main" id="5" idx="1"/>
          </p:cNvCxnSpPr>
          <p:nvPr/>
        </p:nvCxnSpPr>
        <p:spPr>
          <a:xfrm xmlns:a="http://schemas.openxmlformats.org/drawingml/2006/main">
            <a:off x="7381875" y="2147888"/>
            <a:ext cx="1171575" cy="0"/>
          </a:xfrm>
          <a:prstGeom xmlns:a="http://schemas.openxmlformats.org/drawingml/2006/main" prst="straightConnector1">
            <a:avLst/>
          </a:prstGeom>
          <a:ln xmlns:a="http://schemas.openxmlformats.org/drawingml/2006/main" w="19050">
            <a:solidFill>
              <a:srgbClr val="6746BB"/>
            </a:solidFill>
            <a:prstDash val="solid"/>
            <a:tailEnd type="triangle" w="sm" len="sm"/>
          </a:ln>
        </p:spPr>
      </p:cxnSp>
      <p:cxnSp>
        <p:nvCxnSpPr>
          <p:cNvPr id="6" name="">
            <a:extLst xmlns:a="http://schemas.openxmlformats.org/drawingml/2006/main">
              <a:ext uri="{FF2B5EF4-FFF2-40B4-BE49-F238E27FC236}">
                <a16:creationId xmlns:a16="http://schemas.microsoft.com/office/drawing/2014/main" id="{C2D5ECA7-737F-4CDE-AD46-879B24AF5A51}"/>
              </a:ext>
            </a:extLst>
          </p:cNvPr>
          <p:cNvCxnSpPr>
            <a:stCxn xmlns:a="http://schemas.openxmlformats.org/drawingml/2006/main" id="3" idx="3"/>
            <a:endCxn xmlns:a="http://schemas.openxmlformats.org/drawingml/2006/main" id="4" idx="1"/>
          </p:cNvCxnSpPr>
          <p:nvPr/>
        </p:nvCxnSpPr>
        <p:spPr>
          <a:xfrm xmlns:a="http://schemas.openxmlformats.org/drawingml/2006/main">
            <a:off x="3448050" y="2147888"/>
            <a:ext cx="1171575" cy="0"/>
          </a:xfrm>
          <a:prstGeom xmlns:a="http://schemas.openxmlformats.org/drawingml/2006/main" prst="straightConnector1">
            <a:avLst/>
          </a:prstGeom>
          <a:ln xmlns:a="http://schemas.openxmlformats.org/drawingml/2006/main" w="19050">
            <a:solidFill>
              <a:srgbClr val="6746BB"/>
            </a:solidFill>
            <a:prstDash val="solid"/>
            <a:tailEnd type="triangle" w="sm" len="sm"/>
          </a:ln>
        </p:spPr>
      </p:cxnSp>
      <p:sp>
        <p:nvSpPr>
          <p:cNvPr id="13" name="slide-title">
            <a:extLst xmlns:a="http://schemas.openxmlformats.org/drawingml/2006/main">
              <a:ext uri="{FF2B5EF4-FFF2-40B4-BE49-F238E27FC236}">
                <a16:creationId xmlns:a16="http://schemas.microsoft.com/office/drawing/2014/main" id="{40E1AD3D-4DAB-4CAF-8505-A2A13D8893E7}"/>
              </a:ext>
            </a:extLst>
          </p:cNvPr>
          <p:cNvSpPr>
            <a:spLocks xmlns:a="http://schemas.openxmlformats.org/drawingml/2006/main" noGrp="1"/>
          </p:cNvSpPr>
          <p:nvPr/>
        </p:nvSpPr>
        <p:spPr>
          <a:xfrm xmlns:a="http://schemas.openxmlformats.org/drawingml/2006/main">
            <a:off x="685800" y="49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B2540"/>
                </a:solidFill>
                <a:latin typeface="Arial"/>
                <a:ea typeface="Arial"/>
                <a:cs typeface="Arial"/>
              </a:defRPr>
            </a:defPPr>
            <a:lvl1pPr>
              <a:buNone/>
              <a:defRPr sz="3450" b="1">
                <a:solidFill>
                  <a:srgbClr val="2B2540"/>
                </a:solidFill>
                <a:latin typeface="Arial"/>
                <a:ea typeface="Arial"/>
                <a:cs typeface="Arial"/>
              </a:defRPr>
            </a:lvl1pPr>
            <a:lvl2pPr>
              <a:buNone/>
              <a:defRPr sz="3450" b="1">
                <a:solidFill>
                  <a:srgbClr val="2B2540"/>
                </a:solidFill>
                <a:latin typeface="Arial"/>
                <a:ea typeface="Arial"/>
                <a:cs typeface="Arial"/>
              </a:defRPr>
            </a:lvl2pPr>
            <a:lvl3pPr>
              <a:buNone/>
              <a:defRPr sz="3450" b="1">
                <a:solidFill>
                  <a:srgbClr val="2B2540"/>
                </a:solidFill>
                <a:latin typeface="Arial"/>
                <a:ea typeface="Arial"/>
                <a:cs typeface="Arial"/>
              </a:defRPr>
            </a:lvl3pPr>
            <a:lvl4pPr>
              <a:buNone/>
              <a:defRPr sz="3450" b="1">
                <a:solidFill>
                  <a:srgbClr val="2B2540"/>
                </a:solidFill>
                <a:latin typeface="Arial"/>
                <a:ea typeface="Arial"/>
                <a:cs typeface="Arial"/>
              </a:defRPr>
            </a:lvl4pPr>
            <a:lvl5pPr>
              <a:buNone/>
              <a:defRPr sz="3450" b="1">
                <a:solidFill>
                  <a:srgbClr val="2B2540"/>
                </a:solidFill>
                <a:latin typeface="Arial"/>
                <a:ea typeface="Arial"/>
                <a:cs typeface="Arial"/>
              </a:defRPr>
            </a:lvl5pPr>
            <a:lvl6pPr>
              <a:buNone/>
              <a:defRPr sz="3450" b="1">
                <a:solidFill>
                  <a:srgbClr val="2B2540"/>
                </a:solidFill>
                <a:latin typeface="Arial"/>
                <a:ea typeface="Arial"/>
                <a:cs typeface="Arial"/>
              </a:defRPr>
            </a:lvl6pPr>
            <a:lvl7pPr>
              <a:buNone/>
              <a:defRPr sz="3450" b="1">
                <a:solidFill>
                  <a:srgbClr val="2B2540"/>
                </a:solidFill>
                <a:latin typeface="Arial"/>
                <a:ea typeface="Arial"/>
                <a:cs typeface="Arial"/>
              </a:defRPr>
            </a:lvl7pPr>
            <a:lvl8pPr>
              <a:buNone/>
              <a:defRPr sz="3450" b="1">
                <a:solidFill>
                  <a:srgbClr val="2B2540"/>
                </a:solidFill>
                <a:latin typeface="Arial"/>
                <a:ea typeface="Arial"/>
                <a:cs typeface="Arial"/>
              </a:defRPr>
            </a:lvl8pPr>
            <a:lvl9pPr>
              <a:buNone/>
              <a:defRPr sz="3450" b="1">
                <a:solidFill>
                  <a:srgbClr val="2B2540"/>
                </a:solidFill>
                <a:latin typeface="Arial"/>
                <a:ea typeface="Arial"/>
                <a:cs typeface="Arial"/>
              </a:defRPr>
            </a:lvl9pPr>
          </a:lstStyle>
          <a:p xmlns:a="http://schemas.openxmlformats.org/drawingml/2006/main">
            <a:pPr>
              <a:buNone/>
              <a:defRPr sz="3450" b="1">
                <a:solidFill>
                  <a:srgbClr val="2B2540"/>
                </a:solidFill>
                <a:latin typeface="Arial"/>
                <a:ea typeface="Arial"/>
                <a:cs typeface="Arial"/>
              </a:defRPr>
            </a:pPr>
            <a:r>
              <a:rPr sz="3450" b="1">
                <a:solidFill>
                  <a:srgbClr val="2B2540"/>
                </a:solidFill>
                <a:latin typeface="Arial"/>
                <a:ea typeface="Arial"/>
                <a:cs typeface="Arial"/>
              </a:rPr>
              <a:t>Gemini и реальные инструменты</a:t>
            </a:r>
          </a:p>
        </p:txBody>
      </p:sp>
      <p:sp>
        <p:nvSpPr>
          <p:cNvPr id="2" name="08">
            <a:extLst xmlns:a="http://schemas.openxmlformats.org/drawingml/2006/main">
              <a:ext uri="{FF2B5EF4-FFF2-40B4-BE49-F238E27FC236}">
                <a16:creationId xmlns:a16="http://schemas.microsoft.com/office/drawing/2014/main" id="{44789D5B-A8CE-462A-9430-D559B41EAC8F}"/>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746A80"/>
                </a:solidFill>
                <a:latin typeface="Arial"/>
                <a:ea typeface="Arial"/>
                <a:cs typeface="Arial"/>
              </a:defRPr>
            </a:defPPr>
            <a:lvl1pPr algn="r">
              <a:buNone/>
              <a:defRPr sz="1275" b="0">
                <a:solidFill>
                  <a:srgbClr val="746A80"/>
                </a:solidFill>
                <a:latin typeface="Arial"/>
                <a:ea typeface="Arial"/>
                <a:cs typeface="Arial"/>
              </a:defRPr>
            </a:lvl1pPr>
            <a:lvl2pPr algn="r">
              <a:buNone/>
              <a:defRPr sz="1275" b="0">
                <a:solidFill>
                  <a:srgbClr val="746A80"/>
                </a:solidFill>
                <a:latin typeface="Arial"/>
                <a:ea typeface="Arial"/>
                <a:cs typeface="Arial"/>
              </a:defRPr>
            </a:lvl2pPr>
            <a:lvl3pPr algn="r">
              <a:buNone/>
              <a:defRPr sz="1275" b="0">
                <a:solidFill>
                  <a:srgbClr val="746A80"/>
                </a:solidFill>
                <a:latin typeface="Arial"/>
                <a:ea typeface="Arial"/>
                <a:cs typeface="Arial"/>
              </a:defRPr>
            </a:lvl3pPr>
            <a:lvl4pPr algn="r">
              <a:buNone/>
              <a:defRPr sz="1275" b="0">
                <a:solidFill>
                  <a:srgbClr val="746A80"/>
                </a:solidFill>
                <a:latin typeface="Arial"/>
                <a:ea typeface="Arial"/>
                <a:cs typeface="Arial"/>
              </a:defRPr>
            </a:lvl4pPr>
            <a:lvl5pPr algn="r">
              <a:buNone/>
              <a:defRPr sz="1275" b="0">
                <a:solidFill>
                  <a:srgbClr val="746A80"/>
                </a:solidFill>
                <a:latin typeface="Arial"/>
                <a:ea typeface="Arial"/>
                <a:cs typeface="Arial"/>
              </a:defRPr>
            </a:lvl5pPr>
            <a:lvl6pPr algn="r">
              <a:buNone/>
              <a:defRPr sz="1275" b="0">
                <a:solidFill>
                  <a:srgbClr val="746A80"/>
                </a:solidFill>
                <a:latin typeface="Arial"/>
                <a:ea typeface="Arial"/>
                <a:cs typeface="Arial"/>
              </a:defRPr>
            </a:lvl6pPr>
            <a:lvl7pPr algn="r">
              <a:buNone/>
              <a:defRPr sz="1275" b="0">
                <a:solidFill>
                  <a:srgbClr val="746A80"/>
                </a:solidFill>
                <a:latin typeface="Arial"/>
                <a:ea typeface="Arial"/>
                <a:cs typeface="Arial"/>
              </a:defRPr>
            </a:lvl7pPr>
            <a:lvl8pPr algn="r">
              <a:buNone/>
              <a:defRPr sz="1275" b="0">
                <a:solidFill>
                  <a:srgbClr val="746A80"/>
                </a:solidFill>
                <a:latin typeface="Arial"/>
                <a:ea typeface="Arial"/>
                <a:cs typeface="Arial"/>
              </a:defRPr>
            </a:lvl8pPr>
            <a:lvl9pPr algn="r">
              <a:buNone/>
              <a:defRPr sz="1275" b="0">
                <a:solidFill>
                  <a:srgbClr val="746A80"/>
                </a:solidFill>
                <a:latin typeface="Arial"/>
                <a:ea typeface="Arial"/>
                <a:cs typeface="Arial"/>
              </a:defRPr>
            </a:lvl9pPr>
          </a:lstStyle>
          <a:p xmlns:a="http://schemas.openxmlformats.org/drawingml/2006/main">
            <a:pPr algn="r">
              <a:buNone/>
              <a:defRPr sz="1275" b="0">
                <a:solidFill>
                  <a:srgbClr val="746A80"/>
                </a:solidFill>
                <a:latin typeface="Arial"/>
                <a:ea typeface="Arial"/>
                <a:cs typeface="Arial"/>
              </a:defRPr>
            </a:pPr>
            <a:r>
              <a:rPr sz="1275" b="0">
                <a:solidFill>
                  <a:srgbClr val="746A80"/>
                </a:solidFill>
                <a:latin typeface="Arial"/>
                <a:ea typeface="Arial"/>
                <a:cs typeface="Arial"/>
              </a:rPr>
              <a:t>08</a:t>
            </a:r>
          </a:p>
        </p:txBody>
      </p:sp>
      <p:sp>
        <p:nvSpPr>
          <p:cNvPr id="3" name="Веб-клиент">
            <a:extLst xmlns:a="http://schemas.openxmlformats.org/drawingml/2006/main">
              <a:ext uri="{FF2B5EF4-FFF2-40B4-BE49-F238E27FC236}">
                <a16:creationId xmlns:a16="http://schemas.microsoft.com/office/drawing/2014/main" id="{6D3EF6F9-D41E-4AD8-AA57-54CF86B3DFAB}"/>
              </a:ext>
            </a:extLst>
          </p:cNvPr>
          <p:cNvSpPr>
            <a:spLocks xmlns:a="http://schemas.openxmlformats.org/drawingml/2006/main" noGrp="1"/>
          </p:cNvSpPr>
          <p:nvPr/>
        </p:nvSpPr>
        <p:spPr>
          <a:xfrm xmlns:a="http://schemas.openxmlformats.org/drawingml/2006/main">
            <a:off x="685800" y="1647825"/>
            <a:ext cx="2762250" cy="1000125"/>
          </a:xfrm>
          <a:prstGeom xmlns:a="http://schemas.openxmlformats.org/drawingml/2006/main" prst="rect">
            <a:avLst/>
          </a:prstGeom>
          <a:solidFill xmlns:a="http://schemas.openxmlformats.org/drawingml/2006/main">
            <a:srgbClr val="EDE6F8"/>
          </a:solidFill>
          <a:ln xmlns:a="http://schemas.openxmlformats.org/drawingml/2006/main" w="9525">
            <a:solidFill>
              <a:srgbClr val="6746BB"/>
            </a:solidFill>
          </a:ln>
        </p:spPr>
        <p:txBody>
          <a:bodyPr xmlns:a="http://schemas.openxmlformats.org/drawingml/2006/main" lIns="114300" tIns="114300" rIns="114300" bIns="114300" anchor="ctr"/>
          <a:lstStyle xmlns:a="http://schemas.openxmlformats.org/drawingml/2006/main">
            <a:defPPr algn="ctr">
              <a:defRPr sz="1875" b="0">
                <a:solidFill>
                  <a:srgbClr val="2B2540"/>
                </a:solidFill>
                <a:latin typeface="Arial"/>
                <a:ea typeface="Arial"/>
                <a:cs typeface="Arial"/>
              </a:defRPr>
            </a:defPPr>
            <a:lvl1pPr algn="ctr">
              <a:buNone/>
              <a:defRPr sz="1875" b="0">
                <a:solidFill>
                  <a:srgbClr val="2B2540"/>
                </a:solidFill>
                <a:latin typeface="Arial"/>
                <a:ea typeface="Arial"/>
                <a:cs typeface="Arial"/>
              </a:defRPr>
            </a:lvl1pPr>
            <a:lvl2pPr algn="ctr">
              <a:buNone/>
              <a:defRPr sz="1875" b="0">
                <a:solidFill>
                  <a:srgbClr val="2B2540"/>
                </a:solidFill>
                <a:latin typeface="Arial"/>
                <a:ea typeface="Arial"/>
                <a:cs typeface="Arial"/>
              </a:defRPr>
            </a:lvl2pPr>
            <a:lvl3pPr algn="ctr">
              <a:buNone/>
              <a:defRPr sz="1875" b="0">
                <a:solidFill>
                  <a:srgbClr val="2B2540"/>
                </a:solidFill>
                <a:latin typeface="Arial"/>
                <a:ea typeface="Arial"/>
                <a:cs typeface="Arial"/>
              </a:defRPr>
            </a:lvl3pPr>
            <a:lvl4pPr algn="ctr">
              <a:buNone/>
              <a:defRPr sz="1875" b="0">
                <a:solidFill>
                  <a:srgbClr val="2B2540"/>
                </a:solidFill>
                <a:latin typeface="Arial"/>
                <a:ea typeface="Arial"/>
                <a:cs typeface="Arial"/>
              </a:defRPr>
            </a:lvl4pPr>
            <a:lvl5pPr algn="ctr">
              <a:buNone/>
              <a:defRPr sz="1875" b="0">
                <a:solidFill>
                  <a:srgbClr val="2B2540"/>
                </a:solidFill>
                <a:latin typeface="Arial"/>
                <a:ea typeface="Arial"/>
                <a:cs typeface="Arial"/>
              </a:defRPr>
            </a:lvl5pPr>
            <a:lvl6pPr algn="ctr">
              <a:buNone/>
              <a:defRPr sz="1875" b="0">
                <a:solidFill>
                  <a:srgbClr val="2B2540"/>
                </a:solidFill>
                <a:latin typeface="Arial"/>
                <a:ea typeface="Arial"/>
                <a:cs typeface="Arial"/>
              </a:defRPr>
            </a:lvl6pPr>
            <a:lvl7pPr algn="ctr">
              <a:buNone/>
              <a:defRPr sz="1875" b="0">
                <a:solidFill>
                  <a:srgbClr val="2B2540"/>
                </a:solidFill>
                <a:latin typeface="Arial"/>
                <a:ea typeface="Arial"/>
                <a:cs typeface="Arial"/>
              </a:defRPr>
            </a:lvl7pPr>
            <a:lvl8pPr algn="ctr">
              <a:buNone/>
              <a:defRPr sz="1875" b="0">
                <a:solidFill>
                  <a:srgbClr val="2B2540"/>
                </a:solidFill>
                <a:latin typeface="Arial"/>
                <a:ea typeface="Arial"/>
                <a:cs typeface="Arial"/>
              </a:defRPr>
            </a:lvl8pPr>
            <a:lvl9pPr algn="ctr">
              <a:buNone/>
              <a:defRPr sz="1875" b="0">
                <a:solidFill>
                  <a:srgbClr val="2B2540"/>
                </a:solidFill>
                <a:latin typeface="Arial"/>
                <a:ea typeface="Arial"/>
                <a:cs typeface="Arial"/>
              </a:defRPr>
            </a:lvl9pPr>
          </a:lstStyle>
          <a:p xmlns:a="http://schemas.openxmlformats.org/drawingml/2006/main">
            <a:pPr algn="ctr">
              <a:buNone/>
              <a:defRPr sz="1875" b="0">
                <a:solidFill>
                  <a:srgbClr val="2B2540"/>
                </a:solidFill>
                <a:latin typeface="Arial"/>
                <a:ea typeface="Arial"/>
                <a:cs typeface="Arial"/>
              </a:defRPr>
            </a:pPr>
            <a:r>
              <a:rPr sz="1875" b="0">
                <a:solidFill>
                  <a:srgbClr val="2B2540"/>
                </a:solidFill>
                <a:latin typeface="Arial"/>
                <a:ea typeface="Arial"/>
                <a:cs typeface="Arial"/>
              </a:rPr>
              <a:t>Веб-клиент</a:t>
            </a:r>
          </a:p>
          <a:p xmlns:a="http://schemas.openxmlformats.org/drawingml/2006/main">
            <a:pPr algn="ctr">
              <a:buNone/>
              <a:defRPr sz="1875" b="0">
                <a:solidFill>
                  <a:srgbClr val="2B2540"/>
                </a:solidFill>
                <a:latin typeface="Arial"/>
                <a:ea typeface="Arial"/>
                <a:cs typeface="Arial"/>
              </a:defRPr>
            </a:pPr>
            <a:r>
              <a:rPr sz="1875" b="0">
                <a:solidFill>
                  <a:srgbClr val="2B2540"/>
                </a:solidFill>
                <a:latin typeface="Arial"/>
                <a:ea typeface="Arial"/>
                <a:cs typeface="Arial"/>
              </a:rPr>
              <a:t>FastAPI и сессия</a:t>
            </a:r>
          </a:p>
        </p:txBody>
      </p:sp>
      <p:sp>
        <p:nvSpPr>
          <p:cNvPr id="4" name="Gemini / локальный режим">
            <a:extLst xmlns:a="http://schemas.openxmlformats.org/drawingml/2006/main">
              <a:ext uri="{FF2B5EF4-FFF2-40B4-BE49-F238E27FC236}">
                <a16:creationId xmlns:a16="http://schemas.microsoft.com/office/drawing/2014/main" id="{06C15032-531E-474D-ABE6-2BAAF24D1C5E}"/>
              </a:ext>
            </a:extLst>
          </p:cNvPr>
          <p:cNvSpPr>
            <a:spLocks xmlns:a="http://schemas.openxmlformats.org/drawingml/2006/main" noGrp="1"/>
          </p:cNvSpPr>
          <p:nvPr/>
        </p:nvSpPr>
        <p:spPr>
          <a:xfrm xmlns:a="http://schemas.openxmlformats.org/drawingml/2006/main">
            <a:off x="4619625" y="1647825"/>
            <a:ext cx="2762250" cy="1000125"/>
          </a:xfrm>
          <a:prstGeom xmlns:a="http://schemas.openxmlformats.org/drawingml/2006/main" prst="rect">
            <a:avLst/>
          </a:prstGeom>
          <a:solidFill xmlns:a="http://schemas.openxmlformats.org/drawingml/2006/main">
            <a:srgbClr val="EDE6F8"/>
          </a:solidFill>
          <a:ln xmlns:a="http://schemas.openxmlformats.org/drawingml/2006/main" w="9525">
            <a:solidFill>
              <a:srgbClr val="6746BB"/>
            </a:solidFill>
          </a:ln>
        </p:spPr>
        <p:txBody>
          <a:bodyPr xmlns:a="http://schemas.openxmlformats.org/drawingml/2006/main" lIns="114300" tIns="114300" rIns="114300" bIns="114300" anchor="ctr"/>
          <a:lstStyle xmlns:a="http://schemas.openxmlformats.org/drawingml/2006/main">
            <a:defPPr algn="ctr">
              <a:defRPr sz="1875" b="0">
                <a:solidFill>
                  <a:srgbClr val="2B2540"/>
                </a:solidFill>
                <a:latin typeface="Arial"/>
                <a:ea typeface="Arial"/>
                <a:cs typeface="Arial"/>
              </a:defRPr>
            </a:defPPr>
            <a:lvl1pPr algn="ctr">
              <a:buNone/>
              <a:defRPr sz="1875" b="0">
                <a:solidFill>
                  <a:srgbClr val="2B2540"/>
                </a:solidFill>
                <a:latin typeface="Arial"/>
                <a:ea typeface="Arial"/>
                <a:cs typeface="Arial"/>
              </a:defRPr>
            </a:lvl1pPr>
            <a:lvl2pPr algn="ctr">
              <a:buNone/>
              <a:defRPr sz="1875" b="0">
                <a:solidFill>
                  <a:srgbClr val="2B2540"/>
                </a:solidFill>
                <a:latin typeface="Arial"/>
                <a:ea typeface="Arial"/>
                <a:cs typeface="Arial"/>
              </a:defRPr>
            </a:lvl2pPr>
            <a:lvl3pPr algn="ctr">
              <a:buNone/>
              <a:defRPr sz="1875" b="0">
                <a:solidFill>
                  <a:srgbClr val="2B2540"/>
                </a:solidFill>
                <a:latin typeface="Arial"/>
                <a:ea typeface="Arial"/>
                <a:cs typeface="Arial"/>
              </a:defRPr>
            </a:lvl3pPr>
            <a:lvl4pPr algn="ctr">
              <a:buNone/>
              <a:defRPr sz="1875" b="0">
                <a:solidFill>
                  <a:srgbClr val="2B2540"/>
                </a:solidFill>
                <a:latin typeface="Arial"/>
                <a:ea typeface="Arial"/>
                <a:cs typeface="Arial"/>
              </a:defRPr>
            </a:lvl4pPr>
            <a:lvl5pPr algn="ctr">
              <a:buNone/>
              <a:defRPr sz="1875" b="0">
                <a:solidFill>
                  <a:srgbClr val="2B2540"/>
                </a:solidFill>
                <a:latin typeface="Arial"/>
                <a:ea typeface="Arial"/>
                <a:cs typeface="Arial"/>
              </a:defRPr>
            </a:lvl5pPr>
            <a:lvl6pPr algn="ctr">
              <a:buNone/>
              <a:defRPr sz="1875" b="0">
                <a:solidFill>
                  <a:srgbClr val="2B2540"/>
                </a:solidFill>
                <a:latin typeface="Arial"/>
                <a:ea typeface="Arial"/>
                <a:cs typeface="Arial"/>
              </a:defRPr>
            </a:lvl6pPr>
            <a:lvl7pPr algn="ctr">
              <a:buNone/>
              <a:defRPr sz="1875" b="0">
                <a:solidFill>
                  <a:srgbClr val="2B2540"/>
                </a:solidFill>
                <a:latin typeface="Arial"/>
                <a:ea typeface="Arial"/>
                <a:cs typeface="Arial"/>
              </a:defRPr>
            </a:lvl7pPr>
            <a:lvl8pPr algn="ctr">
              <a:buNone/>
              <a:defRPr sz="1875" b="0">
                <a:solidFill>
                  <a:srgbClr val="2B2540"/>
                </a:solidFill>
                <a:latin typeface="Arial"/>
                <a:ea typeface="Arial"/>
                <a:cs typeface="Arial"/>
              </a:defRPr>
            </a:lvl8pPr>
            <a:lvl9pPr algn="ctr">
              <a:buNone/>
              <a:defRPr sz="1875" b="0">
                <a:solidFill>
                  <a:srgbClr val="2B2540"/>
                </a:solidFill>
                <a:latin typeface="Arial"/>
                <a:ea typeface="Arial"/>
                <a:cs typeface="Arial"/>
              </a:defRPr>
            </a:lvl9pPr>
          </a:lstStyle>
          <a:p xmlns:a="http://schemas.openxmlformats.org/drawingml/2006/main">
            <a:pPr algn="ctr">
              <a:buNone/>
              <a:defRPr sz="1875" b="0">
                <a:solidFill>
                  <a:srgbClr val="2B2540"/>
                </a:solidFill>
                <a:latin typeface="Arial"/>
                <a:ea typeface="Arial"/>
                <a:cs typeface="Arial"/>
              </a:defRPr>
            </a:pPr>
            <a:r>
              <a:rPr sz="1875" b="0">
                <a:solidFill>
                  <a:srgbClr val="2B2540"/>
                </a:solidFill>
                <a:latin typeface="Arial"/>
                <a:ea typeface="Arial"/>
                <a:cs typeface="Arial"/>
              </a:rPr>
              <a:t>Gemini</a:t>
            </a:r>
          </a:p>
          <a:p xmlns:a="http://schemas.openxmlformats.org/drawingml/2006/main">
            <a:pPr algn="ctr">
              <a:buNone/>
              <a:defRPr sz="1875" b="0">
                <a:solidFill>
                  <a:srgbClr val="2B2540"/>
                </a:solidFill>
                <a:latin typeface="Arial"/>
                <a:ea typeface="Arial"/>
                <a:cs typeface="Arial"/>
              </a:defRPr>
            </a:pPr>
            <a:r>
              <a:rPr sz="1875" b="0">
                <a:solidFill>
                  <a:srgbClr val="2B2540"/>
                </a:solidFill>
                <a:latin typeface="Arial"/>
                <a:ea typeface="Arial"/>
                <a:cs typeface="Arial"/>
              </a:rPr>
              <a:t>выбор инструмента</a:t>
            </a:r>
          </a:p>
        </p:txBody>
      </p:sp>
      <p:sp>
        <p:nvSpPr>
          <p:cNvPr id="5" name="ToolHub">
            <a:extLst xmlns:a="http://schemas.openxmlformats.org/drawingml/2006/main">
              <a:ext uri="{FF2B5EF4-FFF2-40B4-BE49-F238E27FC236}">
                <a16:creationId xmlns:a16="http://schemas.microsoft.com/office/drawing/2014/main" id="{BBACD486-3E8E-4061-A636-3833B74D39BF}"/>
              </a:ext>
            </a:extLst>
          </p:cNvPr>
          <p:cNvSpPr>
            <a:spLocks xmlns:a="http://schemas.openxmlformats.org/drawingml/2006/main" noGrp="1"/>
          </p:cNvSpPr>
          <p:nvPr/>
        </p:nvSpPr>
        <p:spPr>
          <a:xfrm xmlns:a="http://schemas.openxmlformats.org/drawingml/2006/main">
            <a:off x="8553450" y="1647825"/>
            <a:ext cx="2952750" cy="1000125"/>
          </a:xfrm>
          <a:prstGeom xmlns:a="http://schemas.openxmlformats.org/drawingml/2006/main" prst="rect">
            <a:avLst/>
          </a:prstGeom>
          <a:solidFill xmlns:a="http://schemas.openxmlformats.org/drawingml/2006/main">
            <a:srgbClr val="EDE6F8"/>
          </a:solidFill>
          <a:ln xmlns:a="http://schemas.openxmlformats.org/drawingml/2006/main" w="9525">
            <a:solidFill>
              <a:srgbClr val="6746BB"/>
            </a:solidFill>
          </a:ln>
        </p:spPr>
        <p:txBody>
          <a:bodyPr xmlns:a="http://schemas.openxmlformats.org/drawingml/2006/main" lIns="114300" tIns="114300" rIns="114300" bIns="114300" anchor="ctr"/>
          <a:lstStyle xmlns:a="http://schemas.openxmlformats.org/drawingml/2006/main">
            <a:defPPr algn="ctr">
              <a:defRPr sz="1875" b="0">
                <a:solidFill>
                  <a:srgbClr val="2B2540"/>
                </a:solidFill>
                <a:latin typeface="Arial"/>
                <a:ea typeface="Arial"/>
                <a:cs typeface="Arial"/>
              </a:defRPr>
            </a:defPPr>
            <a:lvl1pPr algn="ctr">
              <a:buNone/>
              <a:defRPr sz="1875" b="0">
                <a:solidFill>
                  <a:srgbClr val="2B2540"/>
                </a:solidFill>
                <a:latin typeface="Arial"/>
                <a:ea typeface="Arial"/>
                <a:cs typeface="Arial"/>
              </a:defRPr>
            </a:lvl1pPr>
            <a:lvl2pPr algn="ctr">
              <a:buNone/>
              <a:defRPr sz="1875" b="0">
                <a:solidFill>
                  <a:srgbClr val="2B2540"/>
                </a:solidFill>
                <a:latin typeface="Arial"/>
                <a:ea typeface="Arial"/>
                <a:cs typeface="Arial"/>
              </a:defRPr>
            </a:lvl2pPr>
            <a:lvl3pPr algn="ctr">
              <a:buNone/>
              <a:defRPr sz="1875" b="0">
                <a:solidFill>
                  <a:srgbClr val="2B2540"/>
                </a:solidFill>
                <a:latin typeface="Arial"/>
                <a:ea typeface="Arial"/>
                <a:cs typeface="Arial"/>
              </a:defRPr>
            </a:lvl3pPr>
            <a:lvl4pPr algn="ctr">
              <a:buNone/>
              <a:defRPr sz="1875" b="0">
                <a:solidFill>
                  <a:srgbClr val="2B2540"/>
                </a:solidFill>
                <a:latin typeface="Arial"/>
                <a:ea typeface="Arial"/>
                <a:cs typeface="Arial"/>
              </a:defRPr>
            </a:lvl4pPr>
            <a:lvl5pPr algn="ctr">
              <a:buNone/>
              <a:defRPr sz="1875" b="0">
                <a:solidFill>
                  <a:srgbClr val="2B2540"/>
                </a:solidFill>
                <a:latin typeface="Arial"/>
                <a:ea typeface="Arial"/>
                <a:cs typeface="Arial"/>
              </a:defRPr>
            </a:lvl5pPr>
            <a:lvl6pPr algn="ctr">
              <a:buNone/>
              <a:defRPr sz="1875" b="0">
                <a:solidFill>
                  <a:srgbClr val="2B2540"/>
                </a:solidFill>
                <a:latin typeface="Arial"/>
                <a:ea typeface="Arial"/>
                <a:cs typeface="Arial"/>
              </a:defRPr>
            </a:lvl6pPr>
            <a:lvl7pPr algn="ctr">
              <a:buNone/>
              <a:defRPr sz="1875" b="0">
                <a:solidFill>
                  <a:srgbClr val="2B2540"/>
                </a:solidFill>
                <a:latin typeface="Arial"/>
                <a:ea typeface="Arial"/>
                <a:cs typeface="Arial"/>
              </a:defRPr>
            </a:lvl7pPr>
            <a:lvl8pPr algn="ctr">
              <a:buNone/>
              <a:defRPr sz="1875" b="0">
                <a:solidFill>
                  <a:srgbClr val="2B2540"/>
                </a:solidFill>
                <a:latin typeface="Arial"/>
                <a:ea typeface="Arial"/>
                <a:cs typeface="Arial"/>
              </a:defRPr>
            </a:lvl8pPr>
            <a:lvl9pPr algn="ctr">
              <a:buNone/>
              <a:defRPr sz="1875" b="0">
                <a:solidFill>
                  <a:srgbClr val="2B2540"/>
                </a:solidFill>
                <a:latin typeface="Arial"/>
                <a:ea typeface="Arial"/>
                <a:cs typeface="Arial"/>
              </a:defRPr>
            </a:lvl9pPr>
          </a:lstStyle>
          <a:p xmlns:a="http://schemas.openxmlformats.org/drawingml/2006/main">
            <a:pPr algn="ctr">
              <a:buNone/>
              <a:defRPr sz="1875" b="0">
                <a:solidFill>
                  <a:srgbClr val="2B2540"/>
                </a:solidFill>
                <a:latin typeface="Arial"/>
                <a:ea typeface="Arial"/>
                <a:cs typeface="Arial"/>
              </a:defRPr>
            </a:pPr>
            <a:r>
              <a:rPr sz="1875" b="0">
                <a:solidFill>
                  <a:srgbClr val="2B2540"/>
                </a:solidFill>
                <a:latin typeface="Arial"/>
                <a:ea typeface="Arial"/>
                <a:cs typeface="Arial"/>
              </a:rPr>
              <a:t>ToolHub</a:t>
            </a:r>
          </a:p>
          <a:p xmlns:a="http://schemas.openxmlformats.org/drawingml/2006/main">
            <a:pPr algn="ctr">
              <a:buNone/>
              <a:defRPr sz="1875" b="0">
                <a:solidFill>
                  <a:srgbClr val="2B2540"/>
                </a:solidFill>
                <a:latin typeface="Arial"/>
                <a:ea typeface="Arial"/>
                <a:cs typeface="Arial"/>
              </a:defRPr>
            </a:pPr>
            <a:r>
              <a:rPr sz="1875" b="0">
                <a:solidFill>
                  <a:srgbClr val="2B2540"/>
                </a:solidFill>
                <a:latin typeface="Arial"/>
                <a:ea typeface="Arial"/>
                <a:cs typeface="Arial"/>
              </a:rPr>
              <a:t>аргументы и результат</a:t>
            </a:r>
          </a:p>
        </p:txBody>
      </p:sp>
      <p:sp>
        <p:nvSpPr>
          <p:cNvPr id="8" name="MCP-сервер">
            <a:extLst xmlns:a="http://schemas.openxmlformats.org/drawingml/2006/main">
              <a:ext uri="{FF2B5EF4-FFF2-40B4-BE49-F238E27FC236}">
                <a16:creationId xmlns:a16="http://schemas.microsoft.com/office/drawing/2014/main" id="{0B1A972D-F3D6-4126-BA9F-BFE745FA3CB6}"/>
              </a:ext>
            </a:extLst>
          </p:cNvPr>
          <p:cNvSpPr>
            <a:spLocks xmlns:a="http://schemas.openxmlformats.org/drawingml/2006/main" noGrp="1"/>
          </p:cNvSpPr>
          <p:nvPr/>
        </p:nvSpPr>
        <p:spPr>
          <a:xfrm xmlns:a="http://schemas.openxmlformats.org/drawingml/2006/main">
            <a:off x="8553450" y="4495800"/>
            <a:ext cx="29527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6746BB"/>
            </a:solidFill>
          </a:ln>
        </p:spPr>
        <p:txBody>
          <a:bodyPr xmlns:a="http://schemas.openxmlformats.org/drawingml/2006/main" lIns="114300" tIns="114300" rIns="114300" bIns="114300" anchor="ctr"/>
          <a:lstStyle xmlns:a="http://schemas.openxmlformats.org/drawingml/2006/main">
            <a:defPPr algn="ctr">
              <a:defRPr sz="1875" b="0">
                <a:solidFill>
                  <a:srgbClr val="2B2540"/>
                </a:solidFill>
                <a:latin typeface="Arial"/>
                <a:ea typeface="Arial"/>
                <a:cs typeface="Arial"/>
              </a:defRPr>
            </a:defPPr>
            <a:lvl1pPr algn="ctr">
              <a:buNone/>
              <a:defRPr sz="1875" b="0">
                <a:solidFill>
                  <a:srgbClr val="2B2540"/>
                </a:solidFill>
                <a:latin typeface="Arial"/>
                <a:ea typeface="Arial"/>
                <a:cs typeface="Arial"/>
              </a:defRPr>
            </a:lvl1pPr>
            <a:lvl2pPr algn="ctr">
              <a:buNone/>
              <a:defRPr sz="1875" b="0">
                <a:solidFill>
                  <a:srgbClr val="2B2540"/>
                </a:solidFill>
                <a:latin typeface="Arial"/>
                <a:ea typeface="Arial"/>
                <a:cs typeface="Arial"/>
              </a:defRPr>
            </a:lvl2pPr>
            <a:lvl3pPr algn="ctr">
              <a:buNone/>
              <a:defRPr sz="1875" b="0">
                <a:solidFill>
                  <a:srgbClr val="2B2540"/>
                </a:solidFill>
                <a:latin typeface="Arial"/>
                <a:ea typeface="Arial"/>
                <a:cs typeface="Arial"/>
              </a:defRPr>
            </a:lvl3pPr>
            <a:lvl4pPr algn="ctr">
              <a:buNone/>
              <a:defRPr sz="1875" b="0">
                <a:solidFill>
                  <a:srgbClr val="2B2540"/>
                </a:solidFill>
                <a:latin typeface="Arial"/>
                <a:ea typeface="Arial"/>
                <a:cs typeface="Arial"/>
              </a:defRPr>
            </a:lvl4pPr>
            <a:lvl5pPr algn="ctr">
              <a:buNone/>
              <a:defRPr sz="1875" b="0">
                <a:solidFill>
                  <a:srgbClr val="2B2540"/>
                </a:solidFill>
                <a:latin typeface="Arial"/>
                <a:ea typeface="Arial"/>
                <a:cs typeface="Arial"/>
              </a:defRPr>
            </a:lvl5pPr>
            <a:lvl6pPr algn="ctr">
              <a:buNone/>
              <a:defRPr sz="1875" b="0">
                <a:solidFill>
                  <a:srgbClr val="2B2540"/>
                </a:solidFill>
                <a:latin typeface="Arial"/>
                <a:ea typeface="Arial"/>
                <a:cs typeface="Arial"/>
              </a:defRPr>
            </a:lvl6pPr>
            <a:lvl7pPr algn="ctr">
              <a:buNone/>
              <a:defRPr sz="1875" b="0">
                <a:solidFill>
                  <a:srgbClr val="2B2540"/>
                </a:solidFill>
                <a:latin typeface="Arial"/>
                <a:ea typeface="Arial"/>
                <a:cs typeface="Arial"/>
              </a:defRPr>
            </a:lvl7pPr>
            <a:lvl8pPr algn="ctr">
              <a:buNone/>
              <a:defRPr sz="1875" b="0">
                <a:solidFill>
                  <a:srgbClr val="2B2540"/>
                </a:solidFill>
                <a:latin typeface="Arial"/>
                <a:ea typeface="Arial"/>
                <a:cs typeface="Arial"/>
              </a:defRPr>
            </a:lvl8pPr>
            <a:lvl9pPr algn="ctr">
              <a:buNone/>
              <a:defRPr sz="1875" b="0">
                <a:solidFill>
                  <a:srgbClr val="2B2540"/>
                </a:solidFill>
                <a:latin typeface="Arial"/>
                <a:ea typeface="Arial"/>
                <a:cs typeface="Arial"/>
              </a:defRPr>
            </a:lvl9pPr>
          </a:lstStyle>
          <a:p xmlns:a="http://schemas.openxmlformats.org/drawingml/2006/main">
            <a:pPr algn="ctr">
              <a:buNone/>
              <a:defRPr sz="1875" b="0">
                <a:solidFill>
                  <a:srgbClr val="2B2540"/>
                </a:solidFill>
                <a:latin typeface="Arial"/>
                <a:ea typeface="Arial"/>
                <a:cs typeface="Arial"/>
              </a:defRPr>
            </a:pPr>
            <a:r>
              <a:rPr sz="1875" b="0">
                <a:solidFill>
                  <a:srgbClr val="2B2540"/>
                </a:solidFill>
                <a:latin typeface="Arial"/>
                <a:ea typeface="Arial"/>
                <a:cs typeface="Arial"/>
              </a:rPr>
              <a:t>MCP-сервер</a:t>
            </a:r>
          </a:p>
          <a:p xmlns:a="http://schemas.openxmlformats.org/drawingml/2006/main">
            <a:pPr algn="ctr">
              <a:buNone/>
              <a:defRPr sz="1875" b="0">
                <a:solidFill>
                  <a:srgbClr val="2B2540"/>
                </a:solidFill>
                <a:latin typeface="Arial"/>
                <a:ea typeface="Arial"/>
                <a:cs typeface="Arial"/>
              </a:defRPr>
            </a:pPr>
            <a:r>
              <a:rPr sz="1875" b="0">
                <a:solidFill>
                  <a:srgbClr val="2B2540"/>
                </a:solidFill>
                <a:latin typeface="Arial"/>
                <a:ea typeface="Arial"/>
                <a:cs typeface="Arial"/>
              </a:rPr>
              <a:t>current_time</a:t>
            </a:r>
          </a:p>
        </p:txBody>
      </p:sp>
      <p:sp>
        <p:nvSpPr>
          <p:cNvPr id="10" name="Function Calling">
            <a:extLst xmlns:a="http://schemas.openxmlformats.org/drawingml/2006/main">
              <a:ext uri="{FF2B5EF4-FFF2-40B4-BE49-F238E27FC236}">
                <a16:creationId xmlns:a16="http://schemas.microsoft.com/office/drawing/2014/main" id="{85DA53F1-6E96-4E03-B3A9-A9FF8F6513A4}"/>
              </a:ext>
            </a:extLst>
          </p:cNvPr>
          <p:cNvSpPr>
            <a:spLocks xmlns:a="http://schemas.openxmlformats.org/drawingml/2006/main" noGrp="1"/>
          </p:cNvSpPr>
          <p:nvPr/>
        </p:nvSpPr>
        <p:spPr>
          <a:xfrm xmlns:a="http://schemas.openxmlformats.org/drawingml/2006/main">
            <a:off x="685800" y="339090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6746BB"/>
                </a:solidFill>
                <a:latin typeface="Arial"/>
                <a:ea typeface="Arial"/>
                <a:cs typeface="Arial"/>
              </a:defRPr>
            </a:defPPr>
            <a:lvl1pPr>
              <a:buNone/>
              <a:defRPr sz="2250" b="1">
                <a:solidFill>
                  <a:srgbClr val="6746BB"/>
                </a:solidFill>
                <a:latin typeface="Arial"/>
                <a:ea typeface="Arial"/>
                <a:cs typeface="Arial"/>
              </a:defRPr>
            </a:lvl1pPr>
            <a:lvl2pPr>
              <a:buNone/>
              <a:defRPr sz="2250" b="1">
                <a:solidFill>
                  <a:srgbClr val="6746BB"/>
                </a:solidFill>
                <a:latin typeface="Arial"/>
                <a:ea typeface="Arial"/>
                <a:cs typeface="Arial"/>
              </a:defRPr>
            </a:lvl2pPr>
            <a:lvl3pPr>
              <a:buNone/>
              <a:defRPr sz="2250" b="1">
                <a:solidFill>
                  <a:srgbClr val="6746BB"/>
                </a:solidFill>
                <a:latin typeface="Arial"/>
                <a:ea typeface="Arial"/>
                <a:cs typeface="Arial"/>
              </a:defRPr>
            </a:lvl3pPr>
            <a:lvl4pPr>
              <a:buNone/>
              <a:defRPr sz="2250" b="1">
                <a:solidFill>
                  <a:srgbClr val="6746BB"/>
                </a:solidFill>
                <a:latin typeface="Arial"/>
                <a:ea typeface="Arial"/>
                <a:cs typeface="Arial"/>
              </a:defRPr>
            </a:lvl4pPr>
            <a:lvl5pPr>
              <a:buNone/>
              <a:defRPr sz="2250" b="1">
                <a:solidFill>
                  <a:srgbClr val="6746BB"/>
                </a:solidFill>
                <a:latin typeface="Arial"/>
                <a:ea typeface="Arial"/>
                <a:cs typeface="Arial"/>
              </a:defRPr>
            </a:lvl5pPr>
            <a:lvl6pPr>
              <a:buNone/>
              <a:defRPr sz="2250" b="1">
                <a:solidFill>
                  <a:srgbClr val="6746BB"/>
                </a:solidFill>
                <a:latin typeface="Arial"/>
                <a:ea typeface="Arial"/>
                <a:cs typeface="Arial"/>
              </a:defRPr>
            </a:lvl6pPr>
            <a:lvl7pPr>
              <a:buNone/>
              <a:defRPr sz="2250" b="1">
                <a:solidFill>
                  <a:srgbClr val="6746BB"/>
                </a:solidFill>
                <a:latin typeface="Arial"/>
                <a:ea typeface="Arial"/>
                <a:cs typeface="Arial"/>
              </a:defRPr>
            </a:lvl7pPr>
            <a:lvl8pPr>
              <a:buNone/>
              <a:defRPr sz="2250" b="1">
                <a:solidFill>
                  <a:srgbClr val="6746BB"/>
                </a:solidFill>
                <a:latin typeface="Arial"/>
                <a:ea typeface="Arial"/>
                <a:cs typeface="Arial"/>
              </a:defRPr>
            </a:lvl8pPr>
            <a:lvl9pPr>
              <a:buNone/>
              <a:defRPr sz="2250" b="1">
                <a:solidFill>
                  <a:srgbClr val="6746BB"/>
                </a:solidFill>
                <a:latin typeface="Arial"/>
                <a:ea typeface="Arial"/>
                <a:cs typeface="Arial"/>
              </a:defRPr>
            </a:lvl9pPr>
          </a:lstStyle>
          <a:p xmlns:a="http://schemas.openxmlformats.org/drawingml/2006/main">
            <a:pPr>
              <a:buNone/>
              <a:defRPr sz="2250" b="1">
                <a:solidFill>
                  <a:srgbClr val="6746BB"/>
                </a:solidFill>
                <a:latin typeface="Arial"/>
                <a:ea typeface="Arial"/>
                <a:cs typeface="Arial"/>
              </a:defRPr>
            </a:pPr>
            <a:r>
              <a:rPr sz="2250" b="1">
                <a:solidFill>
                  <a:srgbClr val="6746BB"/>
                </a:solidFill>
                <a:latin typeface="Arial"/>
                <a:ea typeface="Arial"/>
                <a:cs typeface="Arial"/>
              </a:rPr>
              <a:t>Проверенный запрос</a:t>
            </a:r>
          </a:p>
        </p:txBody>
      </p:sp>
      <p:sp>
        <p:nvSpPr>
          <p:cNvPr id="11" name="academic_overview&#10;academic_plan&#10;syllabus_weig">
            <a:extLst xmlns:a="http://schemas.openxmlformats.org/drawingml/2006/main">
              <a:ext uri="{FF2B5EF4-FFF2-40B4-BE49-F238E27FC236}">
                <a16:creationId xmlns:a16="http://schemas.microsoft.com/office/drawing/2014/main" id="{BD865AB4-E892-4325-BE34-76807533D83D}"/>
              </a:ext>
            </a:extLst>
          </p:cNvPr>
          <p:cNvSpPr>
            <a:spLocks xmlns:a="http://schemas.openxmlformats.org/drawingml/2006/main" noGrp="1"/>
          </p:cNvSpPr>
          <p:nvPr/>
        </p:nvSpPr>
        <p:spPr>
          <a:xfrm xmlns:a="http://schemas.openxmlformats.org/drawingml/2006/main">
            <a:off x="723900" y="3990975"/>
            <a:ext cx="619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B2540"/>
                </a:solidFill>
                <a:latin typeface="Arial"/>
                <a:ea typeface="Arial"/>
                <a:cs typeface="Arial"/>
              </a:defRPr>
            </a:defPPr>
            <a:lvl1pPr>
              <a:buNone/>
              <a:defRPr sz="2250" b="0">
                <a:solidFill>
                  <a:srgbClr val="2B2540"/>
                </a:solidFill>
                <a:latin typeface="Arial"/>
                <a:ea typeface="Arial"/>
                <a:cs typeface="Arial"/>
              </a:defRPr>
            </a:lvl1pPr>
            <a:lvl2pPr>
              <a:buNone/>
              <a:defRPr sz="2250" b="0">
                <a:solidFill>
                  <a:srgbClr val="2B2540"/>
                </a:solidFill>
                <a:latin typeface="Arial"/>
                <a:ea typeface="Arial"/>
                <a:cs typeface="Arial"/>
              </a:defRPr>
            </a:lvl2pPr>
            <a:lvl3pPr>
              <a:buNone/>
              <a:defRPr sz="2250" b="0">
                <a:solidFill>
                  <a:srgbClr val="2B2540"/>
                </a:solidFill>
                <a:latin typeface="Arial"/>
                <a:ea typeface="Arial"/>
                <a:cs typeface="Arial"/>
              </a:defRPr>
            </a:lvl3pPr>
            <a:lvl4pPr>
              <a:buNone/>
              <a:defRPr sz="2250" b="0">
                <a:solidFill>
                  <a:srgbClr val="2B2540"/>
                </a:solidFill>
                <a:latin typeface="Arial"/>
                <a:ea typeface="Arial"/>
                <a:cs typeface="Arial"/>
              </a:defRPr>
            </a:lvl4pPr>
            <a:lvl5pPr>
              <a:buNone/>
              <a:defRPr sz="2250" b="0">
                <a:solidFill>
                  <a:srgbClr val="2B2540"/>
                </a:solidFill>
                <a:latin typeface="Arial"/>
                <a:ea typeface="Arial"/>
                <a:cs typeface="Arial"/>
              </a:defRPr>
            </a:lvl5pPr>
            <a:lvl6pPr>
              <a:buNone/>
              <a:defRPr sz="2250" b="0">
                <a:solidFill>
                  <a:srgbClr val="2B2540"/>
                </a:solidFill>
                <a:latin typeface="Arial"/>
                <a:ea typeface="Arial"/>
                <a:cs typeface="Arial"/>
              </a:defRPr>
            </a:lvl6pPr>
            <a:lvl7pPr>
              <a:buNone/>
              <a:defRPr sz="2250" b="0">
                <a:solidFill>
                  <a:srgbClr val="2B2540"/>
                </a:solidFill>
                <a:latin typeface="Arial"/>
                <a:ea typeface="Arial"/>
                <a:cs typeface="Arial"/>
              </a:defRPr>
            </a:lvl7pPr>
            <a:lvl8pPr>
              <a:buNone/>
              <a:defRPr sz="2250" b="0">
                <a:solidFill>
                  <a:srgbClr val="2B2540"/>
                </a:solidFill>
                <a:latin typeface="Arial"/>
                <a:ea typeface="Arial"/>
                <a:cs typeface="Arial"/>
              </a:defRPr>
            </a:lvl8pPr>
            <a:lvl9pPr>
              <a:buNone/>
              <a:defRPr sz="2250" b="0">
                <a:solidFill>
                  <a:srgbClr val="2B2540"/>
                </a:solidFill>
                <a:latin typeface="Arial"/>
                <a:ea typeface="Arial"/>
                <a:cs typeface="Arial"/>
              </a:defRPr>
            </a:lvl9pPr>
          </a:lstStyle>
          <a:p xmlns:a="http://schemas.openxmlformats.org/drawingml/2006/main">
            <a:pPr>
              <a:buNone/>
              <a:defRPr sz="2250" b="0">
                <a:solidFill>
                  <a:srgbClr val="2B2540"/>
                </a:solidFill>
                <a:latin typeface="Arial"/>
                <a:ea typeface="Arial"/>
                <a:cs typeface="Arial"/>
              </a:defRPr>
            </a:pPr>
            <a:r>
              <a:rPr sz="2250" b="0">
                <a:solidFill>
                  <a:srgbClr val="2B2540"/>
                </a:solidFill>
                <a:latin typeface="Arial"/>
                <a:ea typeface="Arial"/>
                <a:cs typeface="Arial"/>
              </a:rPr>
              <a:t>MCP current_time</a:t>
            </a:r>
          </a:p>
          <a:p xmlns:a="http://schemas.openxmlformats.org/drawingml/2006/main">
            <a:pPr>
              <a:buNone/>
              <a:defRPr sz="2250" b="0">
                <a:solidFill>
                  <a:srgbClr val="2B2540"/>
                </a:solidFill>
                <a:latin typeface="Arial"/>
                <a:ea typeface="Arial"/>
                <a:cs typeface="Arial"/>
              </a:defRPr>
            </a:pPr>
            <a:r>
              <a:rPr sz="2250" b="0">
                <a:solidFill>
                  <a:srgbClr val="2B2540"/>
                </a:solidFill>
                <a:latin typeface="Arial"/>
                <a:ea typeface="Arial"/>
                <a:cs typeface="Arial"/>
              </a:rPr>
              <a:t>Function Calling study_progress</a:t>
            </a:r>
          </a:p>
          <a:p xmlns:a="http://schemas.openxmlformats.org/drawingml/2006/main">
            <a:pPr>
              <a:buNone/>
              <a:defRPr sz="2250" b="0">
                <a:solidFill>
                  <a:srgbClr val="2B2540"/>
                </a:solidFill>
                <a:latin typeface="Arial"/>
                <a:ea typeface="Arial"/>
                <a:cs typeface="Arial"/>
              </a:defRPr>
            </a:pPr>
            <a:r>
              <a:rPr sz="2250" b="0">
                <a:solidFill>
                  <a:srgbClr val="2B2540"/>
                </a:solidFill>
                <a:latin typeface="Arial"/>
                <a:ea typeface="Arial"/>
                <a:cs typeface="Arial"/>
              </a:rPr>
              <a:t>Ответ Gemini по результатам</a:t>
            </a:r>
          </a:p>
        </p:txBody>
      </p:sp>
      <p:sp>
        <p:nvSpPr>
          <p:cNvPr id="12" name="Результат инструмента возвращается агенту для">
            <a:extLst xmlns:a="http://schemas.openxmlformats.org/drawingml/2006/main">
              <a:ext uri="{FF2B5EF4-FFF2-40B4-BE49-F238E27FC236}">
                <a16:creationId xmlns:a16="http://schemas.microsoft.com/office/drawing/2014/main" id="{8CDD27CD-4105-4EE4-90D2-2DD15889E1B4}"/>
              </a:ext>
            </a:extLst>
          </p:cNvPr>
          <p:cNvSpPr>
            <a:spLocks xmlns:a="http://schemas.openxmlformats.org/drawingml/2006/main" noGrp="1"/>
          </p:cNvSpPr>
          <p:nvPr/>
        </p:nvSpPr>
        <p:spPr>
          <a:xfrm xmlns:a="http://schemas.openxmlformats.org/drawingml/2006/main">
            <a:off x="685800" y="57531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746A80"/>
                </a:solidFill>
                <a:latin typeface="Arial"/>
                <a:ea typeface="Arial"/>
                <a:cs typeface="Arial"/>
              </a:defRPr>
            </a:defPPr>
            <a:lvl1pPr>
              <a:buNone/>
              <a:defRPr sz="2100" b="0">
                <a:solidFill>
                  <a:srgbClr val="746A80"/>
                </a:solidFill>
                <a:latin typeface="Arial"/>
                <a:ea typeface="Arial"/>
                <a:cs typeface="Arial"/>
              </a:defRPr>
            </a:lvl1pPr>
            <a:lvl2pPr>
              <a:buNone/>
              <a:defRPr sz="2100" b="0">
                <a:solidFill>
                  <a:srgbClr val="746A80"/>
                </a:solidFill>
                <a:latin typeface="Arial"/>
                <a:ea typeface="Arial"/>
                <a:cs typeface="Arial"/>
              </a:defRPr>
            </a:lvl2pPr>
            <a:lvl3pPr>
              <a:buNone/>
              <a:defRPr sz="2100" b="0">
                <a:solidFill>
                  <a:srgbClr val="746A80"/>
                </a:solidFill>
                <a:latin typeface="Arial"/>
                <a:ea typeface="Arial"/>
                <a:cs typeface="Arial"/>
              </a:defRPr>
            </a:lvl3pPr>
            <a:lvl4pPr>
              <a:buNone/>
              <a:defRPr sz="2100" b="0">
                <a:solidFill>
                  <a:srgbClr val="746A80"/>
                </a:solidFill>
                <a:latin typeface="Arial"/>
                <a:ea typeface="Arial"/>
                <a:cs typeface="Arial"/>
              </a:defRPr>
            </a:lvl4pPr>
            <a:lvl5pPr>
              <a:buNone/>
              <a:defRPr sz="2100" b="0">
                <a:solidFill>
                  <a:srgbClr val="746A80"/>
                </a:solidFill>
                <a:latin typeface="Arial"/>
                <a:ea typeface="Arial"/>
                <a:cs typeface="Arial"/>
              </a:defRPr>
            </a:lvl5pPr>
            <a:lvl6pPr>
              <a:buNone/>
              <a:defRPr sz="2100" b="0">
                <a:solidFill>
                  <a:srgbClr val="746A80"/>
                </a:solidFill>
                <a:latin typeface="Arial"/>
                <a:ea typeface="Arial"/>
                <a:cs typeface="Arial"/>
              </a:defRPr>
            </a:lvl6pPr>
            <a:lvl7pPr>
              <a:buNone/>
              <a:defRPr sz="2100" b="0">
                <a:solidFill>
                  <a:srgbClr val="746A80"/>
                </a:solidFill>
                <a:latin typeface="Arial"/>
                <a:ea typeface="Arial"/>
                <a:cs typeface="Arial"/>
              </a:defRPr>
            </a:lvl7pPr>
            <a:lvl8pPr>
              <a:buNone/>
              <a:defRPr sz="2100" b="0">
                <a:solidFill>
                  <a:srgbClr val="746A80"/>
                </a:solidFill>
                <a:latin typeface="Arial"/>
                <a:ea typeface="Arial"/>
                <a:cs typeface="Arial"/>
              </a:defRPr>
            </a:lvl8pPr>
            <a:lvl9pPr>
              <a:buNone/>
              <a:defRPr sz="2100" b="0">
                <a:solidFill>
                  <a:srgbClr val="746A80"/>
                </a:solidFill>
                <a:latin typeface="Arial"/>
                <a:ea typeface="Arial"/>
                <a:cs typeface="Arial"/>
              </a:defRPr>
            </a:lvl9pPr>
          </a:lstStyle>
          <a:p xmlns:a="http://schemas.openxmlformats.org/drawingml/2006/main">
            <a:pPr>
              <a:buNone/>
              <a:defRPr sz="2100" b="0">
                <a:solidFill>
                  <a:srgbClr val="746A80"/>
                </a:solidFill>
                <a:latin typeface="Arial"/>
                <a:ea typeface="Arial"/>
                <a:cs typeface="Arial"/>
              </a:defRPr>
            </a:pPr>
            <a:r>
              <a:rPr sz="2100" b="0">
                <a:solidFill>
                  <a:srgbClr val="746A80"/>
                </a:solidFill>
                <a:latin typeface="Arial"/>
                <a:ea typeface="Arial"/>
                <a:cs typeface="Arial"/>
              </a:rPr>
              <a:t>Модель выбирает действие, инструменты возвращают проверяемый результат</a:t>
            </a:r>
          </a:p>
        </p:txBody>
      </p:sp>
    </p:spTree>
    <p:extLst>
      <p:ext uri="{BB962C8B-B14F-4D97-AF65-F5344CB8AC3E}">
        <p14:creationId xmlns:p14="http://schemas.microsoft.com/office/powerpoint/2010/main" val="663012224"/>
      </p:ext>
    </p:extLst>
  </p:cSld>
</p:sld>
</file>

<file path=ppt/slides/slide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C3EF9CE-54A2-4EEF-81B9-A5C89BE22541}"/>
              </a:ext>
            </a:extLst>
          </p:cNvPr>
          <p:cNvSpPr>
            <a:spLocks xmlns:a="http://schemas.openxmlformats.org/drawingml/2006/main" noGrp="1"/>
          </p:cNvSpPr>
          <p:nvPr/>
        </p:nvSpPr>
        <p:spPr>
          <a:xfrm xmlns:a="http://schemas.openxmlformats.org/drawingml/2006/main">
            <a:off x="685800" y="49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B2540"/>
                </a:solidFill>
                <a:latin typeface="Arial"/>
                <a:ea typeface="Arial"/>
                <a:cs typeface="Arial"/>
              </a:defRPr>
            </a:defPPr>
            <a:lvl1pPr>
              <a:buNone/>
              <a:defRPr sz="3450" b="1">
                <a:solidFill>
                  <a:srgbClr val="2B2540"/>
                </a:solidFill>
                <a:latin typeface="Arial"/>
                <a:ea typeface="Arial"/>
                <a:cs typeface="Arial"/>
              </a:defRPr>
            </a:lvl1pPr>
            <a:lvl2pPr>
              <a:buNone/>
              <a:defRPr sz="3450" b="1">
                <a:solidFill>
                  <a:srgbClr val="2B2540"/>
                </a:solidFill>
                <a:latin typeface="Arial"/>
                <a:ea typeface="Arial"/>
                <a:cs typeface="Arial"/>
              </a:defRPr>
            </a:lvl2pPr>
            <a:lvl3pPr>
              <a:buNone/>
              <a:defRPr sz="3450" b="1">
                <a:solidFill>
                  <a:srgbClr val="2B2540"/>
                </a:solidFill>
                <a:latin typeface="Arial"/>
                <a:ea typeface="Arial"/>
                <a:cs typeface="Arial"/>
              </a:defRPr>
            </a:lvl3pPr>
            <a:lvl4pPr>
              <a:buNone/>
              <a:defRPr sz="3450" b="1">
                <a:solidFill>
                  <a:srgbClr val="2B2540"/>
                </a:solidFill>
                <a:latin typeface="Arial"/>
                <a:ea typeface="Arial"/>
                <a:cs typeface="Arial"/>
              </a:defRPr>
            </a:lvl4pPr>
            <a:lvl5pPr>
              <a:buNone/>
              <a:defRPr sz="3450" b="1">
                <a:solidFill>
                  <a:srgbClr val="2B2540"/>
                </a:solidFill>
                <a:latin typeface="Arial"/>
                <a:ea typeface="Arial"/>
                <a:cs typeface="Arial"/>
              </a:defRPr>
            </a:lvl5pPr>
            <a:lvl6pPr>
              <a:buNone/>
              <a:defRPr sz="3450" b="1">
                <a:solidFill>
                  <a:srgbClr val="2B2540"/>
                </a:solidFill>
                <a:latin typeface="Arial"/>
                <a:ea typeface="Arial"/>
                <a:cs typeface="Arial"/>
              </a:defRPr>
            </a:lvl6pPr>
            <a:lvl7pPr>
              <a:buNone/>
              <a:defRPr sz="3450" b="1">
                <a:solidFill>
                  <a:srgbClr val="2B2540"/>
                </a:solidFill>
                <a:latin typeface="Arial"/>
                <a:ea typeface="Arial"/>
                <a:cs typeface="Arial"/>
              </a:defRPr>
            </a:lvl7pPr>
            <a:lvl8pPr>
              <a:buNone/>
              <a:defRPr sz="3450" b="1">
                <a:solidFill>
                  <a:srgbClr val="2B2540"/>
                </a:solidFill>
                <a:latin typeface="Arial"/>
                <a:ea typeface="Arial"/>
                <a:cs typeface="Arial"/>
              </a:defRPr>
            </a:lvl8pPr>
            <a:lvl9pPr>
              <a:buNone/>
              <a:defRPr sz="3450" b="1">
                <a:solidFill>
                  <a:srgbClr val="2B2540"/>
                </a:solidFill>
                <a:latin typeface="Arial"/>
                <a:ea typeface="Arial"/>
                <a:cs typeface="Arial"/>
              </a:defRPr>
            </a:lvl9pPr>
          </a:lstStyle>
          <a:p xmlns:a="http://schemas.openxmlformats.org/drawingml/2006/main">
            <a:pPr>
              <a:buNone/>
              <a:defRPr sz="3450" b="1">
                <a:solidFill>
                  <a:srgbClr val="2B2540"/>
                </a:solidFill>
                <a:latin typeface="Arial"/>
                <a:ea typeface="Arial"/>
                <a:cs typeface="Arial"/>
              </a:defRPr>
            </a:pPr>
            <a:r>
              <a:rPr sz="3450" b="1">
                <a:solidFill>
                  <a:srgbClr val="2B2540"/>
                </a:solidFill>
                <a:latin typeface="Arial"/>
                <a:ea typeface="Arial"/>
                <a:cs typeface="Arial"/>
              </a:rPr>
              <a:t>Рабочая демоверсия</a:t>
            </a:r>
          </a:p>
        </p:txBody>
      </p:sp>
      <p:sp>
        <p:nvSpPr>
          <p:cNvPr id="2" name="09">
            <a:extLst xmlns:a="http://schemas.openxmlformats.org/drawingml/2006/main">
              <a:ext uri="{FF2B5EF4-FFF2-40B4-BE49-F238E27FC236}">
                <a16:creationId xmlns:a16="http://schemas.microsoft.com/office/drawing/2014/main" id="{83FC6845-60C3-4FEF-972C-E7FE1B893C99}"/>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746A80"/>
                </a:solidFill>
                <a:latin typeface="Arial"/>
                <a:ea typeface="Arial"/>
                <a:cs typeface="Arial"/>
              </a:defRPr>
            </a:defPPr>
            <a:lvl1pPr algn="r">
              <a:buNone/>
              <a:defRPr sz="1275" b="0">
                <a:solidFill>
                  <a:srgbClr val="746A80"/>
                </a:solidFill>
                <a:latin typeface="Arial"/>
                <a:ea typeface="Arial"/>
                <a:cs typeface="Arial"/>
              </a:defRPr>
            </a:lvl1pPr>
            <a:lvl2pPr algn="r">
              <a:buNone/>
              <a:defRPr sz="1275" b="0">
                <a:solidFill>
                  <a:srgbClr val="746A80"/>
                </a:solidFill>
                <a:latin typeface="Arial"/>
                <a:ea typeface="Arial"/>
                <a:cs typeface="Arial"/>
              </a:defRPr>
            </a:lvl2pPr>
            <a:lvl3pPr algn="r">
              <a:buNone/>
              <a:defRPr sz="1275" b="0">
                <a:solidFill>
                  <a:srgbClr val="746A80"/>
                </a:solidFill>
                <a:latin typeface="Arial"/>
                <a:ea typeface="Arial"/>
                <a:cs typeface="Arial"/>
              </a:defRPr>
            </a:lvl3pPr>
            <a:lvl4pPr algn="r">
              <a:buNone/>
              <a:defRPr sz="1275" b="0">
                <a:solidFill>
                  <a:srgbClr val="746A80"/>
                </a:solidFill>
                <a:latin typeface="Arial"/>
                <a:ea typeface="Arial"/>
                <a:cs typeface="Arial"/>
              </a:defRPr>
            </a:lvl4pPr>
            <a:lvl5pPr algn="r">
              <a:buNone/>
              <a:defRPr sz="1275" b="0">
                <a:solidFill>
                  <a:srgbClr val="746A80"/>
                </a:solidFill>
                <a:latin typeface="Arial"/>
                <a:ea typeface="Arial"/>
                <a:cs typeface="Arial"/>
              </a:defRPr>
            </a:lvl5pPr>
            <a:lvl6pPr algn="r">
              <a:buNone/>
              <a:defRPr sz="1275" b="0">
                <a:solidFill>
                  <a:srgbClr val="746A80"/>
                </a:solidFill>
                <a:latin typeface="Arial"/>
                <a:ea typeface="Arial"/>
                <a:cs typeface="Arial"/>
              </a:defRPr>
            </a:lvl6pPr>
            <a:lvl7pPr algn="r">
              <a:buNone/>
              <a:defRPr sz="1275" b="0">
                <a:solidFill>
                  <a:srgbClr val="746A80"/>
                </a:solidFill>
                <a:latin typeface="Arial"/>
                <a:ea typeface="Arial"/>
                <a:cs typeface="Arial"/>
              </a:defRPr>
            </a:lvl7pPr>
            <a:lvl8pPr algn="r">
              <a:buNone/>
              <a:defRPr sz="1275" b="0">
                <a:solidFill>
                  <a:srgbClr val="746A80"/>
                </a:solidFill>
                <a:latin typeface="Arial"/>
                <a:ea typeface="Arial"/>
                <a:cs typeface="Arial"/>
              </a:defRPr>
            </a:lvl8pPr>
            <a:lvl9pPr algn="r">
              <a:buNone/>
              <a:defRPr sz="1275" b="0">
                <a:solidFill>
                  <a:srgbClr val="746A80"/>
                </a:solidFill>
                <a:latin typeface="Arial"/>
                <a:ea typeface="Arial"/>
                <a:cs typeface="Arial"/>
              </a:defRPr>
            </a:lvl9pPr>
          </a:lstStyle>
          <a:p xmlns:a="http://schemas.openxmlformats.org/drawingml/2006/main">
            <a:pPr algn="r">
              <a:buNone/>
              <a:defRPr sz="1275" b="0">
                <a:solidFill>
                  <a:srgbClr val="746A80"/>
                </a:solidFill>
                <a:latin typeface="Arial"/>
                <a:ea typeface="Arial"/>
                <a:cs typeface="Arial"/>
              </a:defRPr>
            </a:pPr>
            <a:r>
              <a:rPr sz="1275" b="0">
                <a:solidFill>
                  <a:srgbClr val="746A80"/>
                </a:solidFill>
                <a:latin typeface="Arial"/>
                <a:ea typeface="Arial"/>
                <a:cs typeface="Arial"/>
              </a:rPr>
              <a:t>09</a:t>
            </a:r>
          </a:p>
        </p:txBody>
      </p:sp>
      <p:sp>
        <p:nvSpPr>
          <p:cNvPr id="3" name="campuspulse-ai-511817">
            <a:extLst xmlns:a="http://schemas.openxmlformats.org/drawingml/2006/main">
              <a:ext uri="{FF2B5EF4-FFF2-40B4-BE49-F238E27FC236}">
                <a16:creationId xmlns:a16="http://schemas.microsoft.com/office/drawing/2014/main" id="{153E6A41-5EAE-4CB8-BB4A-1C18ED237740}"/>
              </a:ext>
            </a:extLst>
          </p:cNvPr>
          <p:cNvSpPr>
            <a:spLocks xmlns:a="http://schemas.openxmlformats.org/drawingml/2006/main" noGrp="1"/>
          </p:cNvSpPr>
          <p:nvPr/>
        </p:nvSpPr>
        <p:spPr>
          <a:xfrm xmlns:a="http://schemas.openxmlformats.org/drawingml/2006/main">
            <a:off x="685800" y="14192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746BB"/>
                </a:solidFill>
                <a:latin typeface="Arial"/>
                <a:ea typeface="Arial"/>
                <a:cs typeface="Arial"/>
              </a:defRPr>
            </a:defPPr>
            <a:lvl1pPr>
              <a:buNone/>
              <a:defRPr sz="2700" b="1">
                <a:solidFill>
                  <a:srgbClr val="6746BB"/>
                </a:solidFill>
                <a:latin typeface="Arial"/>
                <a:ea typeface="Arial"/>
                <a:cs typeface="Arial"/>
              </a:defRPr>
            </a:lvl1pPr>
            <a:lvl2pPr>
              <a:buNone/>
              <a:defRPr sz="2700" b="1">
                <a:solidFill>
                  <a:srgbClr val="6746BB"/>
                </a:solidFill>
                <a:latin typeface="Arial"/>
                <a:ea typeface="Arial"/>
                <a:cs typeface="Arial"/>
              </a:defRPr>
            </a:lvl2pPr>
            <a:lvl3pPr>
              <a:buNone/>
              <a:defRPr sz="2700" b="1">
                <a:solidFill>
                  <a:srgbClr val="6746BB"/>
                </a:solidFill>
                <a:latin typeface="Arial"/>
                <a:ea typeface="Arial"/>
                <a:cs typeface="Arial"/>
              </a:defRPr>
            </a:lvl3pPr>
            <a:lvl4pPr>
              <a:buNone/>
              <a:defRPr sz="2700" b="1">
                <a:solidFill>
                  <a:srgbClr val="6746BB"/>
                </a:solidFill>
                <a:latin typeface="Arial"/>
                <a:ea typeface="Arial"/>
                <a:cs typeface="Arial"/>
              </a:defRPr>
            </a:lvl4pPr>
            <a:lvl5pPr>
              <a:buNone/>
              <a:defRPr sz="2700" b="1">
                <a:solidFill>
                  <a:srgbClr val="6746BB"/>
                </a:solidFill>
                <a:latin typeface="Arial"/>
                <a:ea typeface="Arial"/>
                <a:cs typeface="Arial"/>
              </a:defRPr>
            </a:lvl5pPr>
            <a:lvl6pPr>
              <a:buNone/>
              <a:defRPr sz="2700" b="1">
                <a:solidFill>
                  <a:srgbClr val="6746BB"/>
                </a:solidFill>
                <a:latin typeface="Arial"/>
                <a:ea typeface="Arial"/>
                <a:cs typeface="Arial"/>
              </a:defRPr>
            </a:lvl6pPr>
            <a:lvl7pPr>
              <a:buNone/>
              <a:defRPr sz="2700" b="1">
                <a:solidFill>
                  <a:srgbClr val="6746BB"/>
                </a:solidFill>
                <a:latin typeface="Arial"/>
                <a:ea typeface="Arial"/>
                <a:cs typeface="Arial"/>
              </a:defRPr>
            </a:lvl7pPr>
            <a:lvl8pPr>
              <a:buNone/>
              <a:defRPr sz="2700" b="1">
                <a:solidFill>
                  <a:srgbClr val="6746BB"/>
                </a:solidFill>
                <a:latin typeface="Arial"/>
                <a:ea typeface="Arial"/>
                <a:cs typeface="Arial"/>
              </a:defRPr>
            </a:lvl8pPr>
            <a:lvl9pPr>
              <a:buNone/>
              <a:defRPr sz="2700" b="1">
                <a:solidFill>
                  <a:srgbClr val="6746BB"/>
                </a:solidFill>
                <a:latin typeface="Arial"/>
                <a:ea typeface="Arial"/>
                <a:cs typeface="Arial"/>
              </a:defRPr>
            </a:lvl9pPr>
          </a:lstStyle>
          <a:p xmlns:a="http://schemas.openxmlformats.org/drawingml/2006/main">
            <a:pPr>
              <a:buNone/>
              <a:defRPr sz="2700" b="1">
                <a:solidFill>
                  <a:srgbClr val="6746BB"/>
                </a:solidFill>
                <a:latin typeface="Arial"/>
                <a:ea typeface="Arial"/>
                <a:cs typeface="Arial"/>
              </a:defRPr>
            </a:pPr>
            <a:r>
              <a:rPr sz="2700" b="1">
                <a:solidFill>
                  <a:srgbClr val="6746BB"/>
                </a:solidFill>
                <a:latin typeface="Arial"/>
                <a:ea typeface="Arial"/>
                <a:cs typeface="Arial"/>
              </a:rPr>
              <a:t>459 автоматических тестов</a:t>
            </a:r>
          </a:p>
        </p:txBody>
      </p:sp>
      <p:sp>
        <p:nvSpPr>
          <p:cNvPr id="4" name="Локальный прототип работает">
            <a:extLst xmlns:a="http://schemas.openxmlformats.org/drawingml/2006/main">
              <a:ext uri="{FF2B5EF4-FFF2-40B4-BE49-F238E27FC236}">
                <a16:creationId xmlns:a16="http://schemas.microsoft.com/office/drawing/2014/main" id="{94F405FB-5491-4582-888C-438D045B420F}"/>
              </a:ext>
            </a:extLst>
          </p:cNvPr>
          <p:cNvSpPr>
            <a:spLocks xmlns:a="http://schemas.openxmlformats.org/drawingml/2006/main" noGrp="1"/>
          </p:cNvSpPr>
          <p:nvPr/>
        </p:nvSpPr>
        <p:spPr>
          <a:xfrm xmlns:a="http://schemas.openxmlformats.org/drawingml/2006/main">
            <a:off x="685800" y="233362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B2540"/>
                </a:solidFill>
                <a:latin typeface="Arial"/>
                <a:ea typeface="Arial"/>
                <a:cs typeface="Arial"/>
              </a:defRPr>
            </a:defPPr>
            <a:lvl1pPr>
              <a:buNone/>
              <a:defRPr sz="2625" b="1">
                <a:solidFill>
                  <a:srgbClr val="2B2540"/>
                </a:solidFill>
                <a:latin typeface="Arial"/>
                <a:ea typeface="Arial"/>
                <a:cs typeface="Arial"/>
              </a:defRPr>
            </a:lvl1pPr>
            <a:lvl2pPr>
              <a:buNone/>
              <a:defRPr sz="2625" b="1">
                <a:solidFill>
                  <a:srgbClr val="2B2540"/>
                </a:solidFill>
                <a:latin typeface="Arial"/>
                <a:ea typeface="Arial"/>
                <a:cs typeface="Arial"/>
              </a:defRPr>
            </a:lvl2pPr>
            <a:lvl3pPr>
              <a:buNone/>
              <a:defRPr sz="2625" b="1">
                <a:solidFill>
                  <a:srgbClr val="2B2540"/>
                </a:solidFill>
                <a:latin typeface="Arial"/>
                <a:ea typeface="Arial"/>
                <a:cs typeface="Arial"/>
              </a:defRPr>
            </a:lvl3pPr>
            <a:lvl4pPr>
              <a:buNone/>
              <a:defRPr sz="2625" b="1">
                <a:solidFill>
                  <a:srgbClr val="2B2540"/>
                </a:solidFill>
                <a:latin typeface="Arial"/>
                <a:ea typeface="Arial"/>
                <a:cs typeface="Arial"/>
              </a:defRPr>
            </a:lvl4pPr>
            <a:lvl5pPr>
              <a:buNone/>
              <a:defRPr sz="2625" b="1">
                <a:solidFill>
                  <a:srgbClr val="2B2540"/>
                </a:solidFill>
                <a:latin typeface="Arial"/>
                <a:ea typeface="Arial"/>
                <a:cs typeface="Arial"/>
              </a:defRPr>
            </a:lvl5pPr>
            <a:lvl6pPr>
              <a:buNone/>
              <a:defRPr sz="2625" b="1">
                <a:solidFill>
                  <a:srgbClr val="2B2540"/>
                </a:solidFill>
                <a:latin typeface="Arial"/>
                <a:ea typeface="Arial"/>
                <a:cs typeface="Arial"/>
              </a:defRPr>
            </a:lvl6pPr>
            <a:lvl7pPr>
              <a:buNone/>
              <a:defRPr sz="2625" b="1">
                <a:solidFill>
                  <a:srgbClr val="2B2540"/>
                </a:solidFill>
                <a:latin typeface="Arial"/>
                <a:ea typeface="Arial"/>
                <a:cs typeface="Arial"/>
              </a:defRPr>
            </a:lvl7pPr>
            <a:lvl8pPr>
              <a:buNone/>
              <a:defRPr sz="2625" b="1">
                <a:solidFill>
                  <a:srgbClr val="2B2540"/>
                </a:solidFill>
                <a:latin typeface="Arial"/>
                <a:ea typeface="Arial"/>
                <a:cs typeface="Arial"/>
              </a:defRPr>
            </a:lvl8pPr>
            <a:lvl9pPr>
              <a:buNone/>
              <a:defRPr sz="2625" b="1">
                <a:solidFill>
                  <a:srgbClr val="2B2540"/>
                </a:solidFill>
                <a:latin typeface="Arial"/>
                <a:ea typeface="Arial"/>
                <a:cs typeface="Arial"/>
              </a:defRPr>
            </a:lvl9pPr>
          </a:lstStyle>
          <a:p xmlns:a="http://schemas.openxmlformats.org/drawingml/2006/main">
            <a:pPr>
              <a:buNone/>
              <a:defRPr sz="2625" b="1">
                <a:solidFill>
                  <a:srgbClr val="2B2540"/>
                </a:solidFill>
                <a:latin typeface="Arial"/>
                <a:ea typeface="Arial"/>
                <a:cs typeface="Arial"/>
              </a:defRPr>
            </a:pPr>
            <a:r>
              <a:rPr sz="2625" b="1">
                <a:solidFill>
                  <a:srgbClr val="2B2540"/>
                </a:solidFill>
                <a:latin typeface="Arial"/>
                <a:ea typeface="Arial"/>
                <a:cs typeface="Arial"/>
              </a:rPr>
              <a:t>Gemini и инструменты работают</a:t>
            </a:r>
          </a:p>
        </p:txBody>
      </p:sp>
      <p:sp>
        <p:nvSpPr>
          <p:cNvPr id="5" name="Расчёты оценок, импорт силлабуса, расписание ">
            <a:extLst xmlns:a="http://schemas.openxmlformats.org/drawingml/2006/main">
              <a:ext uri="{FF2B5EF4-FFF2-40B4-BE49-F238E27FC236}">
                <a16:creationId xmlns:a16="http://schemas.microsoft.com/office/drawing/2014/main" id="{5F7B7A57-FA15-4D13-926E-C58B9BE69548}"/>
              </a:ext>
            </a:extLst>
          </p:cNvPr>
          <p:cNvSpPr>
            <a:spLocks xmlns:a="http://schemas.openxmlformats.org/drawingml/2006/main" noGrp="1"/>
          </p:cNvSpPr>
          <p:nvPr/>
        </p:nvSpPr>
        <p:spPr>
          <a:xfrm xmlns:a="http://schemas.openxmlformats.org/drawingml/2006/main">
            <a:off x="685800" y="2895600"/>
            <a:ext cx="1057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746A80"/>
                </a:solidFill>
                <a:latin typeface="Arial"/>
                <a:ea typeface="Arial"/>
                <a:cs typeface="Arial"/>
              </a:defRPr>
            </a:defPPr>
            <a:lvl1pPr>
              <a:buNone/>
              <a:defRPr sz="2100" b="0">
                <a:solidFill>
                  <a:srgbClr val="746A80"/>
                </a:solidFill>
                <a:latin typeface="Arial"/>
                <a:ea typeface="Arial"/>
                <a:cs typeface="Arial"/>
              </a:defRPr>
            </a:lvl1pPr>
            <a:lvl2pPr>
              <a:buNone/>
              <a:defRPr sz="2100" b="0">
                <a:solidFill>
                  <a:srgbClr val="746A80"/>
                </a:solidFill>
                <a:latin typeface="Arial"/>
                <a:ea typeface="Arial"/>
                <a:cs typeface="Arial"/>
              </a:defRPr>
            </a:lvl2pPr>
            <a:lvl3pPr>
              <a:buNone/>
              <a:defRPr sz="2100" b="0">
                <a:solidFill>
                  <a:srgbClr val="746A80"/>
                </a:solidFill>
                <a:latin typeface="Arial"/>
                <a:ea typeface="Arial"/>
                <a:cs typeface="Arial"/>
              </a:defRPr>
            </a:lvl3pPr>
            <a:lvl4pPr>
              <a:buNone/>
              <a:defRPr sz="2100" b="0">
                <a:solidFill>
                  <a:srgbClr val="746A80"/>
                </a:solidFill>
                <a:latin typeface="Arial"/>
                <a:ea typeface="Arial"/>
                <a:cs typeface="Arial"/>
              </a:defRPr>
            </a:lvl4pPr>
            <a:lvl5pPr>
              <a:buNone/>
              <a:defRPr sz="2100" b="0">
                <a:solidFill>
                  <a:srgbClr val="746A80"/>
                </a:solidFill>
                <a:latin typeface="Arial"/>
                <a:ea typeface="Arial"/>
                <a:cs typeface="Arial"/>
              </a:defRPr>
            </a:lvl5pPr>
            <a:lvl6pPr>
              <a:buNone/>
              <a:defRPr sz="2100" b="0">
                <a:solidFill>
                  <a:srgbClr val="746A80"/>
                </a:solidFill>
                <a:latin typeface="Arial"/>
                <a:ea typeface="Arial"/>
                <a:cs typeface="Arial"/>
              </a:defRPr>
            </a:lvl6pPr>
            <a:lvl7pPr>
              <a:buNone/>
              <a:defRPr sz="2100" b="0">
                <a:solidFill>
                  <a:srgbClr val="746A80"/>
                </a:solidFill>
                <a:latin typeface="Arial"/>
                <a:ea typeface="Arial"/>
                <a:cs typeface="Arial"/>
              </a:defRPr>
            </a:lvl7pPr>
            <a:lvl8pPr>
              <a:buNone/>
              <a:defRPr sz="2100" b="0">
                <a:solidFill>
                  <a:srgbClr val="746A80"/>
                </a:solidFill>
                <a:latin typeface="Arial"/>
                <a:ea typeface="Arial"/>
                <a:cs typeface="Arial"/>
              </a:defRPr>
            </a:lvl8pPr>
            <a:lvl9pPr>
              <a:buNone/>
              <a:defRPr sz="2100" b="0">
                <a:solidFill>
                  <a:srgbClr val="746A80"/>
                </a:solidFill>
                <a:latin typeface="Arial"/>
                <a:ea typeface="Arial"/>
                <a:cs typeface="Arial"/>
              </a:defRPr>
            </a:lvl9pPr>
          </a:lstStyle>
          <a:p xmlns:a="http://schemas.openxmlformats.org/drawingml/2006/main">
            <a:pPr>
              <a:buNone/>
              <a:defRPr sz="2100" b="0">
                <a:solidFill>
                  <a:srgbClr val="746A80"/>
                </a:solidFill>
                <a:latin typeface="Arial"/>
                <a:ea typeface="Arial"/>
                <a:cs typeface="Arial"/>
              </a:defRPr>
            </a:pPr>
            <a:r>
              <a:rPr sz="2100" b="0">
                <a:solidFill>
                  <a:srgbClr val="746A80"/>
                </a:solidFill>
                <a:latin typeface="Arial"/>
                <a:ea typeface="Arial"/>
                <a:cs typeface="Arial"/>
              </a:rPr>
              <a:t>Реальный запрос вызывает MCP current_time и Function Calling.</a:t>
            </a:r>
          </a:p>
        </p:txBody>
      </p:sp>
      <p:sp>
        <p:nvSpPr>
          <p:cNvPr id="6" name="Облачный запуск требует проверки">
            <a:extLst xmlns:a="http://schemas.openxmlformats.org/drawingml/2006/main">
              <a:ext uri="{FF2B5EF4-FFF2-40B4-BE49-F238E27FC236}">
                <a16:creationId xmlns:a16="http://schemas.microsoft.com/office/drawing/2014/main" id="{58AADDFE-21AF-4DD6-A637-C1C8297CCF8C}"/>
              </a:ext>
            </a:extLst>
          </p:cNvPr>
          <p:cNvSpPr>
            <a:spLocks xmlns:a="http://schemas.openxmlformats.org/drawingml/2006/main" noGrp="1"/>
          </p:cNvSpPr>
          <p:nvPr/>
        </p:nvSpPr>
        <p:spPr>
          <a:xfrm xmlns:a="http://schemas.openxmlformats.org/drawingml/2006/main">
            <a:off x="685800" y="388620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6746BB"/>
                </a:solidFill>
                <a:latin typeface="Arial"/>
                <a:ea typeface="Arial"/>
                <a:cs typeface="Arial"/>
              </a:defRPr>
            </a:defPPr>
            <a:lvl1pPr>
              <a:buNone/>
              <a:defRPr sz="2625" b="1">
                <a:solidFill>
                  <a:srgbClr val="B66C4D"/>
                </a:solidFill>
                <a:latin typeface="Arial"/>
                <a:ea typeface="Arial"/>
                <a:cs typeface="Arial"/>
              </a:defRPr>
            </a:lvl1pPr>
            <a:lvl2pPr>
              <a:buNone/>
              <a:defRPr sz="2625" b="1">
                <a:solidFill>
                  <a:srgbClr val="B66C4D"/>
                </a:solidFill>
                <a:latin typeface="Arial"/>
                <a:ea typeface="Arial"/>
                <a:cs typeface="Arial"/>
              </a:defRPr>
            </a:lvl2pPr>
            <a:lvl3pPr>
              <a:buNone/>
              <a:defRPr sz="2625" b="1">
                <a:solidFill>
                  <a:srgbClr val="B66C4D"/>
                </a:solidFill>
                <a:latin typeface="Arial"/>
                <a:ea typeface="Arial"/>
                <a:cs typeface="Arial"/>
              </a:defRPr>
            </a:lvl3pPr>
            <a:lvl4pPr>
              <a:buNone/>
              <a:defRPr sz="2625" b="1">
                <a:solidFill>
                  <a:srgbClr val="B66C4D"/>
                </a:solidFill>
                <a:latin typeface="Arial"/>
                <a:ea typeface="Arial"/>
                <a:cs typeface="Arial"/>
              </a:defRPr>
            </a:lvl4pPr>
            <a:lvl5pPr>
              <a:buNone/>
              <a:defRPr sz="2625" b="1">
                <a:solidFill>
                  <a:srgbClr val="B66C4D"/>
                </a:solidFill>
                <a:latin typeface="Arial"/>
                <a:ea typeface="Arial"/>
                <a:cs typeface="Arial"/>
              </a:defRPr>
            </a:lvl5pPr>
            <a:lvl6pPr>
              <a:buNone/>
              <a:defRPr sz="2625" b="1">
                <a:solidFill>
                  <a:srgbClr val="B66C4D"/>
                </a:solidFill>
                <a:latin typeface="Arial"/>
                <a:ea typeface="Arial"/>
                <a:cs typeface="Arial"/>
              </a:defRPr>
            </a:lvl6pPr>
            <a:lvl7pPr>
              <a:buNone/>
              <a:defRPr sz="2625" b="1">
                <a:solidFill>
                  <a:srgbClr val="B66C4D"/>
                </a:solidFill>
                <a:latin typeface="Arial"/>
                <a:ea typeface="Arial"/>
                <a:cs typeface="Arial"/>
              </a:defRPr>
            </a:lvl7pPr>
            <a:lvl8pPr>
              <a:buNone/>
              <a:defRPr sz="2625" b="1">
                <a:solidFill>
                  <a:srgbClr val="B66C4D"/>
                </a:solidFill>
                <a:latin typeface="Arial"/>
                <a:ea typeface="Arial"/>
                <a:cs typeface="Arial"/>
              </a:defRPr>
            </a:lvl8pPr>
            <a:lvl9pPr>
              <a:buNone/>
              <a:defRPr sz="2625" b="1">
                <a:solidFill>
                  <a:srgbClr val="B66C4D"/>
                </a:solidFill>
                <a:latin typeface="Arial"/>
                <a:ea typeface="Arial"/>
                <a:cs typeface="Arial"/>
              </a:defRPr>
            </a:lvl9pPr>
          </a:lstStyle>
          <a:p xmlns:a="http://schemas.openxmlformats.org/drawingml/2006/main">
            <a:pPr>
              <a:buNone/>
              <a:defRPr sz="2625" b="1">
                <a:solidFill>
                  <a:srgbClr val="6746BB"/>
                </a:solidFill>
                <a:latin typeface="Arial"/>
                <a:ea typeface="Arial"/>
                <a:cs typeface="Arial"/>
              </a:defRPr>
            </a:pPr>
            <a:r>
              <a:rPr sz="2625" b="1">
                <a:solidFill>
                  <a:srgbClr val="6746BB"/>
                </a:solidFill>
                <a:latin typeface="Arial"/>
                <a:ea typeface="Arial"/>
                <a:cs typeface="Arial"/>
              </a:rPr>
              <a:t>От силлабуса к плану подготовки</a:t>
            </a:r>
          </a:p>
        </p:txBody>
      </p:sp>
      <p:sp>
        <p:nvSpPr>
          <p:cNvPr id="7" name="Google ADC и доступы, Vertex AI, staging buck">
            <a:extLst xmlns:a="http://schemas.openxmlformats.org/drawingml/2006/main">
              <a:ext uri="{FF2B5EF4-FFF2-40B4-BE49-F238E27FC236}">
                <a16:creationId xmlns:a16="http://schemas.microsoft.com/office/drawing/2014/main" id="{6E963271-195D-4828-97A6-CC390373C574}"/>
              </a:ext>
            </a:extLst>
          </p:cNvPr>
          <p:cNvSpPr>
            <a:spLocks xmlns:a="http://schemas.openxmlformats.org/drawingml/2006/main" noGrp="1"/>
          </p:cNvSpPr>
          <p:nvPr/>
        </p:nvSpPr>
        <p:spPr>
          <a:xfrm xmlns:a="http://schemas.openxmlformats.org/drawingml/2006/main">
            <a:off x="685800" y="4467225"/>
            <a:ext cx="1038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746A80"/>
                </a:solidFill>
                <a:latin typeface="Arial"/>
                <a:ea typeface="Arial"/>
                <a:cs typeface="Arial"/>
              </a:defRPr>
            </a:defPPr>
            <a:lvl1pPr>
              <a:buNone/>
              <a:defRPr sz="2100" b="0">
                <a:solidFill>
                  <a:srgbClr val="746A80"/>
                </a:solidFill>
                <a:latin typeface="Arial"/>
                <a:ea typeface="Arial"/>
                <a:cs typeface="Arial"/>
              </a:defRPr>
            </a:lvl1pPr>
            <a:lvl2pPr>
              <a:buNone/>
              <a:defRPr sz="2100" b="0">
                <a:solidFill>
                  <a:srgbClr val="746A80"/>
                </a:solidFill>
                <a:latin typeface="Arial"/>
                <a:ea typeface="Arial"/>
                <a:cs typeface="Arial"/>
              </a:defRPr>
            </a:lvl2pPr>
            <a:lvl3pPr>
              <a:buNone/>
              <a:defRPr sz="2100" b="0">
                <a:solidFill>
                  <a:srgbClr val="746A80"/>
                </a:solidFill>
                <a:latin typeface="Arial"/>
                <a:ea typeface="Arial"/>
                <a:cs typeface="Arial"/>
              </a:defRPr>
            </a:lvl3pPr>
            <a:lvl4pPr>
              <a:buNone/>
              <a:defRPr sz="2100" b="0">
                <a:solidFill>
                  <a:srgbClr val="746A80"/>
                </a:solidFill>
                <a:latin typeface="Arial"/>
                <a:ea typeface="Arial"/>
                <a:cs typeface="Arial"/>
              </a:defRPr>
            </a:lvl4pPr>
            <a:lvl5pPr>
              <a:buNone/>
              <a:defRPr sz="2100" b="0">
                <a:solidFill>
                  <a:srgbClr val="746A80"/>
                </a:solidFill>
                <a:latin typeface="Arial"/>
                <a:ea typeface="Arial"/>
                <a:cs typeface="Arial"/>
              </a:defRPr>
            </a:lvl5pPr>
            <a:lvl6pPr>
              <a:buNone/>
              <a:defRPr sz="2100" b="0">
                <a:solidFill>
                  <a:srgbClr val="746A80"/>
                </a:solidFill>
                <a:latin typeface="Arial"/>
                <a:ea typeface="Arial"/>
                <a:cs typeface="Arial"/>
              </a:defRPr>
            </a:lvl6pPr>
            <a:lvl7pPr>
              <a:buNone/>
              <a:defRPr sz="2100" b="0">
                <a:solidFill>
                  <a:srgbClr val="746A80"/>
                </a:solidFill>
                <a:latin typeface="Arial"/>
                <a:ea typeface="Arial"/>
                <a:cs typeface="Arial"/>
              </a:defRPr>
            </a:lvl7pPr>
            <a:lvl8pPr>
              <a:buNone/>
              <a:defRPr sz="2100" b="0">
                <a:solidFill>
                  <a:srgbClr val="746A80"/>
                </a:solidFill>
                <a:latin typeface="Arial"/>
                <a:ea typeface="Arial"/>
                <a:cs typeface="Arial"/>
              </a:defRPr>
            </a:lvl8pPr>
            <a:lvl9pPr>
              <a:buNone/>
              <a:defRPr sz="2100" b="0">
                <a:solidFill>
                  <a:srgbClr val="746A80"/>
                </a:solidFill>
                <a:latin typeface="Arial"/>
                <a:ea typeface="Arial"/>
                <a:cs typeface="Arial"/>
              </a:defRPr>
            </a:lvl9pPr>
          </a:lstStyle>
          <a:p xmlns:a="http://schemas.openxmlformats.org/drawingml/2006/main">
            <a:pPr>
              <a:buNone/>
              <a:defRPr sz="2100" b="0">
                <a:solidFill>
                  <a:srgbClr val="746A80"/>
                </a:solidFill>
                <a:latin typeface="Arial"/>
                <a:ea typeface="Arial"/>
                <a:cs typeface="Arial"/>
              </a:defRPr>
            </a:pPr>
            <a:r>
              <a:rPr sz="2100" b="0">
                <a:solidFill>
                  <a:srgbClr val="746A80"/>
                </a:solidFill>
                <a:latin typeface="Arial"/>
                <a:ea typeface="Arial"/>
                <a:cs typeface="Arial"/>
              </a:rPr>
              <a:t>Импорт, достижимая цель, календарь и конспект в одном сценарии.</a:t>
            </a:r>
          </a:p>
        </p:txBody>
      </p:sp>
      <p:sp>
        <p:nvSpPr>
          <p:cNvPr id="8" name="Google OAuth настроен. Вход в аккаунт ещё не ">
            <a:extLst xmlns:a="http://schemas.openxmlformats.org/drawingml/2006/main">
              <a:ext uri="{FF2B5EF4-FFF2-40B4-BE49-F238E27FC236}">
                <a16:creationId xmlns:a16="http://schemas.microsoft.com/office/drawing/2014/main" id="{D1631356-CF6A-499B-AADC-F8703154377C}"/>
              </a:ext>
            </a:extLst>
          </p:cNvPr>
          <p:cNvSpPr>
            <a:spLocks xmlns:a="http://schemas.openxmlformats.org/drawingml/2006/main" noGrp="1"/>
          </p:cNvSpPr>
          <p:nvPr/>
        </p:nvSpPr>
        <p:spPr>
          <a:xfrm xmlns:a="http://schemas.openxmlformats.org/drawingml/2006/main">
            <a:off x="685800" y="55340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B2540"/>
                </a:solidFill>
                <a:latin typeface="Arial"/>
                <a:ea typeface="Arial"/>
                <a:cs typeface="Arial"/>
              </a:defRPr>
            </a:defPPr>
            <a:lvl1pPr>
              <a:buNone/>
              <a:defRPr sz="1950" b="0">
                <a:solidFill>
                  <a:srgbClr val="2B2540"/>
                </a:solidFill>
                <a:latin typeface="Arial"/>
                <a:ea typeface="Arial"/>
                <a:cs typeface="Arial"/>
              </a:defRPr>
            </a:lvl1pPr>
            <a:lvl2pPr>
              <a:buNone/>
              <a:defRPr sz="1950" b="0">
                <a:solidFill>
                  <a:srgbClr val="2B2540"/>
                </a:solidFill>
                <a:latin typeface="Arial"/>
                <a:ea typeface="Arial"/>
                <a:cs typeface="Arial"/>
              </a:defRPr>
            </a:lvl2pPr>
            <a:lvl3pPr>
              <a:buNone/>
              <a:defRPr sz="1950" b="0">
                <a:solidFill>
                  <a:srgbClr val="2B2540"/>
                </a:solidFill>
                <a:latin typeface="Arial"/>
                <a:ea typeface="Arial"/>
                <a:cs typeface="Arial"/>
              </a:defRPr>
            </a:lvl3pPr>
            <a:lvl4pPr>
              <a:buNone/>
              <a:defRPr sz="1950" b="0">
                <a:solidFill>
                  <a:srgbClr val="2B2540"/>
                </a:solidFill>
                <a:latin typeface="Arial"/>
                <a:ea typeface="Arial"/>
                <a:cs typeface="Arial"/>
              </a:defRPr>
            </a:lvl4pPr>
            <a:lvl5pPr>
              <a:buNone/>
              <a:defRPr sz="1950" b="0">
                <a:solidFill>
                  <a:srgbClr val="2B2540"/>
                </a:solidFill>
                <a:latin typeface="Arial"/>
                <a:ea typeface="Arial"/>
                <a:cs typeface="Arial"/>
              </a:defRPr>
            </a:lvl5pPr>
            <a:lvl6pPr>
              <a:buNone/>
              <a:defRPr sz="1950" b="0">
                <a:solidFill>
                  <a:srgbClr val="2B2540"/>
                </a:solidFill>
                <a:latin typeface="Arial"/>
                <a:ea typeface="Arial"/>
                <a:cs typeface="Arial"/>
              </a:defRPr>
            </a:lvl6pPr>
            <a:lvl7pPr>
              <a:buNone/>
              <a:defRPr sz="1950" b="0">
                <a:solidFill>
                  <a:srgbClr val="2B2540"/>
                </a:solidFill>
                <a:latin typeface="Arial"/>
                <a:ea typeface="Arial"/>
                <a:cs typeface="Arial"/>
              </a:defRPr>
            </a:lvl7pPr>
            <a:lvl8pPr>
              <a:buNone/>
              <a:defRPr sz="1950" b="0">
                <a:solidFill>
                  <a:srgbClr val="2B2540"/>
                </a:solidFill>
                <a:latin typeface="Arial"/>
                <a:ea typeface="Arial"/>
                <a:cs typeface="Arial"/>
              </a:defRPr>
            </a:lvl8pPr>
            <a:lvl9pPr>
              <a:buNone/>
              <a:defRPr sz="1950" b="0">
                <a:solidFill>
                  <a:srgbClr val="2B2540"/>
                </a:solidFill>
                <a:latin typeface="Arial"/>
                <a:ea typeface="Arial"/>
                <a:cs typeface="Arial"/>
              </a:defRPr>
            </a:lvl9pPr>
          </a:lstStyle>
          <a:p xmlns:a="http://schemas.openxmlformats.org/drawingml/2006/main">
            <a:pPr>
              <a:buNone/>
              <a:defRPr sz="1950" b="0">
                <a:solidFill>
                  <a:srgbClr val="2B2540"/>
                </a:solidFill>
                <a:latin typeface="Arial"/>
                <a:ea typeface="Arial"/>
                <a:cs typeface="Arial"/>
              </a:defRPr>
            </a:pPr>
            <a:r>
              <a:rPr sz="1950" b="0">
                <a:solidFill>
                  <a:srgbClr val="2B2540"/>
                </a:solidFill>
                <a:latin typeface="Arial"/>
                <a:ea typeface="Arial"/>
                <a:cs typeface="Arial"/>
              </a:rPr>
              <a:t>Демо: FastAPI с HTTPS-доступом</a:t>
            </a:r>
          </a:p>
        </p:txBody>
      </p:sp>
      <p:sp>
        <p:nvSpPr>
          <p:cNvPr id="9" name="verify_cloud фиксирует успешный вызов API пос">
            <a:extLst xmlns:a="http://schemas.openxmlformats.org/drawingml/2006/main">
              <a:ext uri="{FF2B5EF4-FFF2-40B4-BE49-F238E27FC236}">
                <a16:creationId xmlns:a16="http://schemas.microsoft.com/office/drawing/2014/main" id="{72D9C239-5E0D-438A-B36B-CA6DA2111F8F}"/>
              </a:ext>
            </a:extLst>
          </p:cNvPr>
          <p:cNvSpPr>
            <a:spLocks xmlns:a="http://schemas.openxmlformats.org/drawingml/2006/main" noGrp="1"/>
          </p:cNvSpPr>
          <p:nvPr/>
        </p:nvSpPr>
        <p:spPr>
          <a:xfrm xmlns:a="http://schemas.openxmlformats.org/drawingml/2006/main">
            <a:off x="685800" y="60483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746A80"/>
                </a:solidFill>
                <a:latin typeface="Arial"/>
                <a:ea typeface="Arial"/>
                <a:cs typeface="Arial"/>
              </a:defRPr>
            </a:defPPr>
            <a:lvl1pPr>
              <a:buNone/>
              <a:defRPr sz="1725" b="0">
                <a:solidFill>
                  <a:srgbClr val="746A80"/>
                </a:solidFill>
                <a:latin typeface="Arial"/>
                <a:ea typeface="Arial"/>
                <a:cs typeface="Arial"/>
              </a:defRPr>
            </a:lvl1pPr>
            <a:lvl2pPr>
              <a:buNone/>
              <a:defRPr sz="1725" b="0">
                <a:solidFill>
                  <a:srgbClr val="746A80"/>
                </a:solidFill>
                <a:latin typeface="Arial"/>
                <a:ea typeface="Arial"/>
                <a:cs typeface="Arial"/>
              </a:defRPr>
            </a:lvl2pPr>
            <a:lvl3pPr>
              <a:buNone/>
              <a:defRPr sz="1725" b="0">
                <a:solidFill>
                  <a:srgbClr val="746A80"/>
                </a:solidFill>
                <a:latin typeface="Arial"/>
                <a:ea typeface="Arial"/>
                <a:cs typeface="Arial"/>
              </a:defRPr>
            </a:lvl3pPr>
            <a:lvl4pPr>
              <a:buNone/>
              <a:defRPr sz="1725" b="0">
                <a:solidFill>
                  <a:srgbClr val="746A80"/>
                </a:solidFill>
                <a:latin typeface="Arial"/>
                <a:ea typeface="Arial"/>
                <a:cs typeface="Arial"/>
              </a:defRPr>
            </a:lvl4pPr>
            <a:lvl5pPr>
              <a:buNone/>
              <a:defRPr sz="1725" b="0">
                <a:solidFill>
                  <a:srgbClr val="746A80"/>
                </a:solidFill>
                <a:latin typeface="Arial"/>
                <a:ea typeface="Arial"/>
                <a:cs typeface="Arial"/>
              </a:defRPr>
            </a:lvl5pPr>
            <a:lvl6pPr>
              <a:buNone/>
              <a:defRPr sz="1725" b="0">
                <a:solidFill>
                  <a:srgbClr val="746A80"/>
                </a:solidFill>
                <a:latin typeface="Arial"/>
                <a:ea typeface="Arial"/>
                <a:cs typeface="Arial"/>
              </a:defRPr>
            </a:lvl6pPr>
            <a:lvl7pPr>
              <a:buNone/>
              <a:defRPr sz="1725" b="0">
                <a:solidFill>
                  <a:srgbClr val="746A80"/>
                </a:solidFill>
                <a:latin typeface="Arial"/>
                <a:ea typeface="Arial"/>
                <a:cs typeface="Arial"/>
              </a:defRPr>
            </a:lvl7pPr>
            <a:lvl8pPr>
              <a:buNone/>
              <a:defRPr sz="1725" b="0">
                <a:solidFill>
                  <a:srgbClr val="746A80"/>
                </a:solidFill>
                <a:latin typeface="Arial"/>
                <a:ea typeface="Arial"/>
                <a:cs typeface="Arial"/>
              </a:defRPr>
            </a:lvl8pPr>
            <a:lvl9pPr>
              <a:buNone/>
              <a:defRPr sz="1725" b="0">
                <a:solidFill>
                  <a:srgbClr val="746A80"/>
                </a:solidFill>
                <a:latin typeface="Arial"/>
                <a:ea typeface="Arial"/>
                <a:cs typeface="Arial"/>
              </a:defRPr>
            </a:lvl9pPr>
          </a:lstStyle>
          <a:p xmlns:a="http://schemas.openxmlformats.org/drawingml/2006/main">
            <a:pPr>
              <a:buNone/>
              <a:defRPr sz="1725" b="0">
                <a:solidFill>
                  <a:srgbClr val="746A80"/>
                </a:solidFill>
                <a:latin typeface="Arial"/>
                <a:ea typeface="Arial"/>
                <a:cs typeface="Arial"/>
              </a:defRPr>
            </a:pPr>
            <a:r>
              <a:rPr sz="1725" b="0">
                <a:solidFill>
                  <a:srgbClr val="746A80"/>
                </a:solidFill>
                <a:latin typeface="Arial"/>
                <a:ea typeface="Arial"/>
                <a:cs typeface="Arial"/>
              </a:rPr>
              <a:t>Следующий этап: Vertex AI Agent Engine и Google Calendar OAuth.</a:t>
            </a:r>
          </a:p>
        </p:txBody>
      </p:sp>
    </p:spTree>
    <p:extLst>
      <p:ext uri="{BB962C8B-B14F-4D97-AF65-F5344CB8AC3E}">
        <p14:creationId xmlns:p14="http://schemas.microsoft.com/office/powerpoint/2010/main" val="2486294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2026-10-20T18:47:23.2030000Z</dcterms:created>
  <dcterms:modified xsi:type="dcterms:W3CDTF">2026-10-20T18:47:23.2040000Z</dcterms:modified>
</coreProperties>
</file>